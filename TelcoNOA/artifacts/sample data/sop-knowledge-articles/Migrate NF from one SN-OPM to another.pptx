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4551" r:id="rId4"/>
  </p:sldMasterIdLst>
  <p:notesMasterIdLst>
    <p:notesMasterId r:id="rId12"/>
  </p:notesMasterIdLst>
  <p:handoutMasterIdLst>
    <p:handoutMasterId r:id="rId13"/>
  </p:handoutMasterIdLst>
  <p:sldIdLst>
    <p:sldId id="391" r:id="rId5"/>
    <p:sldId id="2147307807" r:id="rId6"/>
    <p:sldId id="2147307811" r:id="rId7"/>
    <p:sldId id="2147307992" r:id="rId8"/>
    <p:sldId id="2147307996" r:id="rId9"/>
    <p:sldId id="2147307997" r:id="rId10"/>
    <p:sldId id="2147307998" r:id="rId11"/>
  </p:sldIdLst>
  <p:sldSz cx="12436475" cy="6994525"/>
  <p:notesSz cx="6858000" cy="9144000"/>
  <p:defaultTextStyle>
    <a:defPPr>
      <a:defRPr lang="en-US"/>
    </a:defPPr>
    <a:lvl1pPr marL="0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66371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32742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99113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65484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33185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tion" id="{82884CC8-64E1-4CFE-9ADB-320B37E0B1C6}">
          <p14:sldIdLst>
            <p14:sldId id="391"/>
            <p14:sldId id="2147307807"/>
            <p14:sldId id="2147307811"/>
            <p14:sldId id="2147307992"/>
            <p14:sldId id="2147307996"/>
            <p14:sldId id="2147307997"/>
            <p14:sldId id="214730799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E5235AE-AE83-9A97-7F68-C4D18F006CDA}" name="Ashwin Karanth Kalanja Shivaram" initials="AKKS" userId="S::kashwink@microsoft.com::53e98e80-eb58-4c3b-9cf9-b2804d9480ed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/>
  <p:cmAuthor id="3" name="Mary Feil-Jacobs" initials="MF" lastIdx="22" clrIdx="3"/>
  <p:cmAuthor id="4" name="Angela Powell" initials="AP" lastIdx="9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  <a:srgbClr val="0078D4"/>
    <a:srgbClr val="EBEBEB"/>
    <a:srgbClr val="3C3C41"/>
    <a:srgbClr val="1A1A1A"/>
    <a:srgbClr val="008272"/>
    <a:srgbClr val="008C72"/>
    <a:srgbClr val="353535"/>
    <a:srgbClr val="30E5D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542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Segoe UI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FDB7B-8DB8-4A3A-95C8-7102BBC9A9E1}" type="datetime8">
              <a:rPr lang="en-US" smtClean="0">
                <a:latin typeface="Segoe UI" pitchFamily="34" charset="0"/>
              </a:rPr>
              <a:t>10/13/2024 10:36 AM</a:t>
            </a:fld>
            <a:endParaRPr lang="en-US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‹#›</a:t>
            </a:fld>
            <a:endParaRPr lang="en-US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DCE60099-03E7-4FA1-8A7F-E6E6CFB0F855}" type="datetime8">
              <a:rPr lang="en-US" smtClean="0"/>
              <a:t>10/13/2024 10:35 AM</a:t>
            </a:fld>
            <a:endParaRPr lang="en-US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32742" rtl="0" eaLnBrk="1" latinLnBrk="0" hangingPunct="1">
      <a:lnSpc>
        <a:spcPct val="90000"/>
      </a:lnSpc>
      <a:spcAft>
        <a:spcPts val="340"/>
      </a:spcAft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1pPr>
    <a:lvl2pPr marL="217262" indent="-107956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2pPr>
    <a:lvl3pPr marL="334664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3pPr>
    <a:lvl4pPr marL="492551" indent="-149789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4pPr>
    <a:lvl5pPr marL="627496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5pPr>
    <a:lvl6pPr marL="233185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D8E059-FD59-1748-AC0F-24EAF7F72BC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8893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2338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jpe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6.jpeg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147B7F7-3EAA-3540-BC65-00BDB110EA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277" y="481923"/>
            <a:ext cx="1362456" cy="194066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4A36DC34-EED6-8F49-8473-3802F6C2A3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277" y="2582862"/>
            <a:ext cx="9823498" cy="1828800"/>
          </a:xfrm>
          <a:prstGeom prst="rect">
            <a:avLst/>
          </a:prstGeom>
          <a:noFill/>
        </p:spPr>
        <p:txBody>
          <a:bodyPr lIns="0" tIns="0" rIns="0" bIns="182880" anchor="b" anchorCtr="0"/>
          <a:lstStyle>
            <a:lvl1pPr>
              <a:defRPr sz="4800" strike="noStrike" spc="-5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Azure presentation title </a:t>
            </a:r>
            <a:br>
              <a:rPr lang="en-US"/>
            </a:br>
            <a:r>
              <a:rPr lang="en-US"/>
              <a:t>or event name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E500E80-DD0C-EF4F-BB7D-03960A098E1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1338" y="4436713"/>
            <a:ext cx="9795376" cy="738664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000000"/>
                </a:solidFill>
              </a:defRPr>
            </a:lvl1pPr>
            <a:lvl2pPr>
              <a:defRPr sz="1800">
                <a:solidFill>
                  <a:srgbClr val="000000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050"/>
            </a:lvl5pPr>
          </a:lstStyle>
          <a:p>
            <a:pPr lvl="0"/>
            <a:r>
              <a:rPr lang="en-US"/>
              <a:t>Author name</a:t>
            </a:r>
            <a:br>
              <a:rPr lang="en-US"/>
            </a:br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9037607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1F9C5D-BBFD-AE42-A1D5-DA2C27C2E9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829" y="483228"/>
            <a:ext cx="1362456" cy="194066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FDD3BB94-DC99-244C-91E3-A9764AF267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277" y="2582862"/>
            <a:ext cx="9823498" cy="1828800"/>
          </a:xfrm>
          <a:prstGeom prst="rect">
            <a:avLst/>
          </a:prstGeom>
          <a:noFill/>
        </p:spPr>
        <p:txBody>
          <a:bodyPr lIns="0" tIns="0" rIns="0" bIns="182880" anchor="b" anchorCtr="0"/>
          <a:lstStyle>
            <a:lvl1pPr>
              <a:defRPr sz="4800" strike="noStrike" spc="-5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Azure presentation title </a:t>
            </a:r>
            <a:br>
              <a:rPr lang="en-US"/>
            </a:br>
            <a:r>
              <a:rPr lang="en-US"/>
              <a:t>or event name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3FCEA3C-C822-5A4A-9561-695239EA77C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1338" y="4436713"/>
            <a:ext cx="9795376" cy="738664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bg2"/>
                </a:solidFill>
              </a:defRPr>
            </a:lvl1pPr>
            <a:lvl2pPr>
              <a:defRPr sz="1800">
                <a:solidFill>
                  <a:srgbClr val="000000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050"/>
            </a:lvl5pPr>
          </a:lstStyle>
          <a:p>
            <a:pPr lvl="0"/>
            <a:r>
              <a:rPr lang="en-US"/>
              <a:t>Author name</a:t>
            </a:r>
            <a:br>
              <a:rPr lang="en-US"/>
            </a:br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2293624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C1F9C5D-BBFD-AE42-A1D5-DA2C27C2E9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829" y="483228"/>
            <a:ext cx="1362456" cy="194066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302B9254-503D-8F44-9D4B-18675DFDE8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277" y="2582862"/>
            <a:ext cx="9823498" cy="1828800"/>
          </a:xfrm>
          <a:prstGeom prst="rect">
            <a:avLst/>
          </a:prstGeom>
          <a:noFill/>
        </p:spPr>
        <p:txBody>
          <a:bodyPr lIns="0" tIns="0" rIns="0" bIns="182880" anchor="b" anchorCtr="0"/>
          <a:lstStyle>
            <a:lvl1pPr>
              <a:defRPr sz="4800" strike="noStrike" spc="-5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Azure presentation title </a:t>
            </a:r>
            <a:br>
              <a:rPr lang="en-US"/>
            </a:br>
            <a:r>
              <a:rPr lang="en-US"/>
              <a:t>or event name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D6C119F-8C39-DF40-90FE-09B7E3ECDB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1338" y="4436713"/>
            <a:ext cx="9795376" cy="738664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bg2"/>
                </a:solidFill>
              </a:defRPr>
            </a:lvl1pPr>
            <a:lvl2pPr>
              <a:defRPr sz="1800">
                <a:solidFill>
                  <a:srgbClr val="000000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050"/>
            </a:lvl5pPr>
          </a:lstStyle>
          <a:p>
            <a:pPr lvl="0"/>
            <a:r>
              <a:rPr lang="en-US"/>
              <a:t>Author name</a:t>
            </a:r>
            <a:br>
              <a:rPr lang="en-US"/>
            </a:br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548861290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83EBA8-9428-5042-A6AB-BA1563CB95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277" y="481923"/>
            <a:ext cx="1362456" cy="1940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419340-DB0C-B34E-84FE-2AA1A19A58C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5074" y="0"/>
            <a:ext cx="6093577" cy="699452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D09A9D1-6212-8B49-96D7-B3E9D17D4B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277" y="2582862"/>
            <a:ext cx="5537797" cy="1828800"/>
          </a:xfrm>
          <a:prstGeom prst="rect">
            <a:avLst/>
          </a:prstGeom>
          <a:noFill/>
        </p:spPr>
        <p:txBody>
          <a:bodyPr lIns="0" tIns="0" rIns="0" bIns="182880" anchor="b" anchorCtr="0"/>
          <a:lstStyle>
            <a:lvl1pPr>
              <a:defRPr sz="4800" strike="noStrike" spc="-50" baseline="0">
                <a:solidFill>
                  <a:srgbClr val="000000"/>
                </a:solidFill>
              </a:defRPr>
            </a:lvl1pPr>
          </a:lstStyle>
          <a:p>
            <a:r>
              <a:rPr lang="en-US"/>
              <a:t>Azure presentation</a:t>
            </a:r>
            <a:br>
              <a:rPr lang="en-US"/>
            </a:br>
            <a:r>
              <a:rPr lang="en-US"/>
              <a:t>title or event name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881A9F1-B3A4-0742-8DAD-18EC8A78C52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1338" y="4436713"/>
            <a:ext cx="5521944" cy="738664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000000"/>
                </a:solidFill>
              </a:defRPr>
            </a:lvl1pPr>
            <a:lvl2pPr>
              <a:defRPr sz="1800">
                <a:solidFill>
                  <a:srgbClr val="000000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050"/>
            </a:lvl5pPr>
          </a:lstStyle>
          <a:p>
            <a:pPr lvl="0"/>
            <a:r>
              <a:rPr lang="en-US"/>
              <a:t>Author name</a:t>
            </a:r>
            <a:br>
              <a:rPr lang="en-US"/>
            </a:br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842161821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FF9732-E389-084D-A7F3-09AC5EED73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277" y="481923"/>
            <a:ext cx="1362456" cy="19406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7E4AC65-3150-034F-B089-A8B21D5F2E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277" y="2582862"/>
            <a:ext cx="5537797" cy="1828800"/>
          </a:xfrm>
          <a:prstGeom prst="rect">
            <a:avLst/>
          </a:prstGeom>
          <a:noFill/>
        </p:spPr>
        <p:txBody>
          <a:bodyPr lIns="0" tIns="0" rIns="0" bIns="182880" anchor="b" anchorCtr="0"/>
          <a:lstStyle>
            <a:lvl1pPr>
              <a:defRPr sz="4800" strike="noStrike" spc="-50" baseline="0">
                <a:solidFill>
                  <a:srgbClr val="000000"/>
                </a:solidFill>
              </a:defRPr>
            </a:lvl1pPr>
          </a:lstStyle>
          <a:p>
            <a:r>
              <a:rPr lang="en-US"/>
              <a:t>Azure presentation</a:t>
            </a:r>
            <a:br>
              <a:rPr lang="en-US"/>
            </a:br>
            <a:r>
              <a:rPr lang="en-US"/>
              <a:t>title or event name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29B09652-4E45-F04D-8357-20491F718B1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1338" y="4436713"/>
            <a:ext cx="5521944" cy="738664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000000"/>
                </a:solidFill>
              </a:defRPr>
            </a:lvl1pPr>
            <a:lvl2pPr>
              <a:defRPr sz="1800">
                <a:solidFill>
                  <a:srgbClr val="000000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050"/>
            </a:lvl5pPr>
          </a:lstStyle>
          <a:p>
            <a:pPr lvl="0"/>
            <a:r>
              <a:rPr lang="en-US"/>
              <a:t>Author name</a:t>
            </a:r>
            <a:br>
              <a:rPr lang="en-US"/>
            </a:br>
            <a:r>
              <a:rPr lang="en-US"/>
              <a:t>Date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4BDF03-4137-9B4F-811A-B300BDF9B2A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2523" y="210208"/>
            <a:ext cx="5695363" cy="6537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9454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FF9732-E389-084D-A7F3-09AC5EED73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277" y="481923"/>
            <a:ext cx="1362456" cy="19406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7E4AC65-3150-034F-B089-A8B21D5F2E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277" y="2582862"/>
            <a:ext cx="5537797" cy="1828800"/>
          </a:xfrm>
          <a:prstGeom prst="rect">
            <a:avLst/>
          </a:prstGeom>
          <a:noFill/>
        </p:spPr>
        <p:txBody>
          <a:bodyPr lIns="0" tIns="0" rIns="0" bIns="182880" anchor="b" anchorCtr="0"/>
          <a:lstStyle>
            <a:lvl1pPr>
              <a:defRPr sz="4800" strike="noStrike" spc="-50" baseline="0">
                <a:solidFill>
                  <a:srgbClr val="000000"/>
                </a:solidFill>
              </a:defRPr>
            </a:lvl1pPr>
          </a:lstStyle>
          <a:p>
            <a:r>
              <a:rPr lang="en-US"/>
              <a:t>Azure presentation</a:t>
            </a:r>
            <a:br>
              <a:rPr lang="en-US"/>
            </a:br>
            <a:r>
              <a:rPr lang="en-US"/>
              <a:t>title or event name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29B09652-4E45-F04D-8357-20491F718B1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1338" y="4436713"/>
            <a:ext cx="5521944" cy="738664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000000"/>
                </a:solidFill>
              </a:defRPr>
            </a:lvl1pPr>
            <a:lvl2pPr>
              <a:defRPr sz="1800">
                <a:solidFill>
                  <a:srgbClr val="000000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050"/>
            </a:lvl5pPr>
          </a:lstStyle>
          <a:p>
            <a:pPr lvl="0"/>
            <a:r>
              <a:rPr lang="en-US"/>
              <a:t>Author name</a:t>
            </a:r>
            <a:br>
              <a:rPr lang="en-US"/>
            </a:br>
            <a:r>
              <a:rPr lang="en-US"/>
              <a:t>Date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DB9C92-5B22-1645-98AA-DEA153351D4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4421" y="327991"/>
            <a:ext cx="5522090" cy="6338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680019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FF9732-E389-084D-A7F3-09AC5EED73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277" y="481923"/>
            <a:ext cx="1362456" cy="19406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7E4AC65-3150-034F-B089-A8B21D5F2E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277" y="2582862"/>
            <a:ext cx="5537797" cy="1828800"/>
          </a:xfrm>
          <a:prstGeom prst="rect">
            <a:avLst/>
          </a:prstGeom>
          <a:noFill/>
        </p:spPr>
        <p:txBody>
          <a:bodyPr lIns="0" tIns="0" rIns="0" bIns="182880" anchor="b" anchorCtr="0"/>
          <a:lstStyle>
            <a:lvl1pPr>
              <a:defRPr sz="4800" strike="noStrike" spc="-50" baseline="0">
                <a:solidFill>
                  <a:srgbClr val="000000"/>
                </a:solidFill>
              </a:defRPr>
            </a:lvl1pPr>
          </a:lstStyle>
          <a:p>
            <a:r>
              <a:rPr lang="en-US"/>
              <a:t>Azure presentation</a:t>
            </a:r>
            <a:br>
              <a:rPr lang="en-US"/>
            </a:br>
            <a:r>
              <a:rPr lang="en-US"/>
              <a:t>title or event name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29B09652-4E45-F04D-8357-20491F718B1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1338" y="4436713"/>
            <a:ext cx="5521944" cy="738664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000000"/>
                </a:solidFill>
              </a:defRPr>
            </a:lvl1pPr>
            <a:lvl2pPr>
              <a:defRPr sz="1800">
                <a:solidFill>
                  <a:srgbClr val="000000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050"/>
            </a:lvl5pPr>
          </a:lstStyle>
          <a:p>
            <a:pPr lvl="0"/>
            <a:r>
              <a:rPr lang="en-US"/>
              <a:t>Author name</a:t>
            </a:r>
            <a:br>
              <a:rPr lang="en-US"/>
            </a:br>
            <a:r>
              <a:rPr lang="en-US"/>
              <a:t>Date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07D490-6D76-184D-B20A-2C0F2F3DD099}"/>
              </a:ext>
            </a:extLst>
          </p:cNvPr>
          <p:cNvSpPr/>
          <p:nvPr userDrawn="1"/>
        </p:nvSpPr>
        <p:spPr bwMode="auto">
          <a:xfrm>
            <a:off x="6234457" y="0"/>
            <a:ext cx="6202018" cy="6994525"/>
          </a:xfrm>
          <a:prstGeom prst="rect">
            <a:avLst/>
          </a:prstGeom>
          <a:solidFill>
            <a:srgbClr val="0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chemeClr val="tx1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4B63C3A-8B21-B940-BD1D-D9281E6DD25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8677" y="0"/>
            <a:ext cx="6093577" cy="699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407345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FF9732-E389-084D-A7F3-09AC5EED73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277" y="481923"/>
            <a:ext cx="1362456" cy="19406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7E4AC65-3150-034F-B089-A8B21D5F2E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277" y="2582862"/>
            <a:ext cx="5537797" cy="1828800"/>
          </a:xfrm>
          <a:prstGeom prst="rect">
            <a:avLst/>
          </a:prstGeom>
          <a:noFill/>
        </p:spPr>
        <p:txBody>
          <a:bodyPr lIns="0" tIns="0" rIns="0" bIns="182880" anchor="b" anchorCtr="0"/>
          <a:lstStyle>
            <a:lvl1pPr>
              <a:defRPr sz="4800" strike="noStrike" spc="-50" baseline="0">
                <a:solidFill>
                  <a:srgbClr val="000000"/>
                </a:solidFill>
              </a:defRPr>
            </a:lvl1pPr>
          </a:lstStyle>
          <a:p>
            <a:r>
              <a:rPr lang="en-US"/>
              <a:t>Azure presentation</a:t>
            </a:r>
            <a:br>
              <a:rPr lang="en-US"/>
            </a:br>
            <a:r>
              <a:rPr lang="en-US"/>
              <a:t>title or event name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29B09652-4E45-F04D-8357-20491F718B1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1338" y="4436713"/>
            <a:ext cx="5521944" cy="738664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000000"/>
                </a:solidFill>
              </a:defRPr>
            </a:lvl1pPr>
            <a:lvl2pPr>
              <a:defRPr sz="1800">
                <a:solidFill>
                  <a:srgbClr val="000000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050"/>
            </a:lvl5pPr>
          </a:lstStyle>
          <a:p>
            <a:pPr lvl="0"/>
            <a:r>
              <a:rPr lang="en-US"/>
              <a:t>Author name</a:t>
            </a:r>
            <a:br>
              <a:rPr lang="en-US"/>
            </a:br>
            <a:r>
              <a:rPr lang="en-US"/>
              <a:t>Date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6228DA-C78B-F44C-94F8-7128E0B2D7A7}"/>
              </a:ext>
            </a:extLst>
          </p:cNvPr>
          <p:cNvSpPr/>
          <p:nvPr userDrawn="1"/>
        </p:nvSpPr>
        <p:spPr bwMode="auto">
          <a:xfrm>
            <a:off x="6234457" y="0"/>
            <a:ext cx="6202018" cy="6994525"/>
          </a:xfrm>
          <a:prstGeom prst="rect">
            <a:avLst/>
          </a:prstGeom>
          <a:solidFill>
            <a:srgbClr val="0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chemeClr val="tx1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2E84EF-6F95-A646-8F37-FD94FE9079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34457" y="0"/>
            <a:ext cx="6202018" cy="699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728358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FF9732-E389-084D-A7F3-09AC5EED73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277" y="481923"/>
            <a:ext cx="1362456" cy="19406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7E4AC65-3150-034F-B089-A8B21D5F2E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277" y="2582862"/>
            <a:ext cx="5537797" cy="1828800"/>
          </a:xfrm>
          <a:prstGeom prst="rect">
            <a:avLst/>
          </a:prstGeom>
          <a:noFill/>
        </p:spPr>
        <p:txBody>
          <a:bodyPr lIns="0" tIns="0" rIns="0" bIns="182880" anchor="b" anchorCtr="0"/>
          <a:lstStyle>
            <a:lvl1pPr>
              <a:defRPr sz="4800" strike="noStrike" spc="-50" baseline="0">
                <a:solidFill>
                  <a:srgbClr val="000000"/>
                </a:solidFill>
              </a:defRPr>
            </a:lvl1pPr>
          </a:lstStyle>
          <a:p>
            <a:r>
              <a:rPr lang="en-US"/>
              <a:t>Azure presentation</a:t>
            </a:r>
            <a:br>
              <a:rPr lang="en-US"/>
            </a:br>
            <a:r>
              <a:rPr lang="en-US"/>
              <a:t>title or event name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29B09652-4E45-F04D-8357-20491F718B1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1338" y="4436713"/>
            <a:ext cx="5521944" cy="738664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000000"/>
                </a:solidFill>
              </a:defRPr>
            </a:lvl1pPr>
            <a:lvl2pPr>
              <a:defRPr sz="1800">
                <a:solidFill>
                  <a:srgbClr val="000000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050"/>
            </a:lvl5pPr>
          </a:lstStyle>
          <a:p>
            <a:pPr lvl="0"/>
            <a:r>
              <a:rPr lang="en-US"/>
              <a:t>Author name</a:t>
            </a:r>
            <a:br>
              <a:rPr lang="en-US"/>
            </a:br>
            <a:r>
              <a:rPr lang="en-US"/>
              <a:t>Date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443AB1-0CDE-B44D-8883-27DEB7B914EA}"/>
              </a:ext>
            </a:extLst>
          </p:cNvPr>
          <p:cNvSpPr/>
          <p:nvPr userDrawn="1"/>
        </p:nvSpPr>
        <p:spPr bwMode="auto">
          <a:xfrm>
            <a:off x="6234457" y="0"/>
            <a:ext cx="6202018" cy="6994525"/>
          </a:xfrm>
          <a:prstGeom prst="rect">
            <a:avLst/>
          </a:prstGeom>
          <a:solidFill>
            <a:srgbClr val="0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chemeClr val="tx1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E0159D-061E-A640-B0A5-C7A703E35A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8677" y="0"/>
            <a:ext cx="6093577" cy="699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269814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FF9732-E389-084D-A7F3-09AC5EED73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277" y="481923"/>
            <a:ext cx="1362456" cy="19406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7E4AC65-3150-034F-B089-A8B21D5F2E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277" y="2582862"/>
            <a:ext cx="5537797" cy="1828800"/>
          </a:xfrm>
          <a:prstGeom prst="rect">
            <a:avLst/>
          </a:prstGeom>
          <a:noFill/>
        </p:spPr>
        <p:txBody>
          <a:bodyPr lIns="0" tIns="0" rIns="0" bIns="182880" anchor="b" anchorCtr="0"/>
          <a:lstStyle>
            <a:lvl1pPr>
              <a:defRPr sz="4800" strike="noStrike" spc="-50" baseline="0">
                <a:solidFill>
                  <a:srgbClr val="000000"/>
                </a:solidFill>
              </a:defRPr>
            </a:lvl1pPr>
          </a:lstStyle>
          <a:p>
            <a:r>
              <a:rPr lang="en-US"/>
              <a:t>Azure presentation</a:t>
            </a:r>
            <a:br>
              <a:rPr lang="en-US"/>
            </a:br>
            <a:r>
              <a:rPr lang="en-US"/>
              <a:t>title or event name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29B09652-4E45-F04D-8357-20491F718B1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1338" y="4436713"/>
            <a:ext cx="5521944" cy="738664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000000"/>
                </a:solidFill>
              </a:defRPr>
            </a:lvl1pPr>
            <a:lvl2pPr>
              <a:defRPr sz="1800">
                <a:solidFill>
                  <a:srgbClr val="000000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050"/>
            </a:lvl5pPr>
          </a:lstStyle>
          <a:p>
            <a:pPr lvl="0"/>
            <a:r>
              <a:rPr lang="en-US"/>
              <a:t>Author name</a:t>
            </a:r>
            <a:br>
              <a:rPr lang="en-US"/>
            </a:br>
            <a:r>
              <a:rPr lang="en-US"/>
              <a:t>Date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2E2926B-CE4C-8042-8EAB-E69CCC77CEF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2898" y="0"/>
            <a:ext cx="6093577" cy="699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960022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FF9732-E389-084D-A7F3-09AC5EED73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277" y="481923"/>
            <a:ext cx="1362456" cy="19406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7E4AC65-3150-034F-B089-A8B21D5F2E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277" y="2582862"/>
            <a:ext cx="5537797" cy="1828800"/>
          </a:xfrm>
          <a:prstGeom prst="rect">
            <a:avLst/>
          </a:prstGeom>
          <a:noFill/>
        </p:spPr>
        <p:txBody>
          <a:bodyPr lIns="0" tIns="0" rIns="0" bIns="182880" anchor="b" anchorCtr="0"/>
          <a:lstStyle>
            <a:lvl1pPr>
              <a:defRPr sz="4800" strike="noStrike" spc="-50" baseline="0">
                <a:solidFill>
                  <a:srgbClr val="000000"/>
                </a:solidFill>
              </a:defRPr>
            </a:lvl1pPr>
          </a:lstStyle>
          <a:p>
            <a:r>
              <a:rPr lang="en-US"/>
              <a:t>Azure presentation</a:t>
            </a:r>
            <a:br>
              <a:rPr lang="en-US"/>
            </a:br>
            <a:r>
              <a:rPr lang="en-US"/>
              <a:t>title or event name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29B09652-4E45-F04D-8357-20491F718B1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1338" y="4436713"/>
            <a:ext cx="5521944" cy="738664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000000"/>
                </a:solidFill>
              </a:defRPr>
            </a:lvl1pPr>
            <a:lvl2pPr>
              <a:defRPr sz="1800">
                <a:solidFill>
                  <a:srgbClr val="000000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050"/>
            </a:lvl5pPr>
          </a:lstStyle>
          <a:p>
            <a:pPr lvl="0"/>
            <a:r>
              <a:rPr lang="en-US"/>
              <a:t>Author name</a:t>
            </a:r>
            <a:br>
              <a:rPr lang="en-US"/>
            </a:br>
            <a:r>
              <a:rPr lang="en-US"/>
              <a:t>Date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B5B5AE-3FA2-9E4F-A2B8-042B9D3557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42898" y="0"/>
            <a:ext cx="6093577" cy="699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305822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FF9732-E389-084D-A7F3-09AC5EED73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277" y="481923"/>
            <a:ext cx="1362456" cy="19406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7E4AC65-3150-034F-B089-A8B21D5F2E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277" y="2582862"/>
            <a:ext cx="5537797" cy="1828800"/>
          </a:xfrm>
          <a:prstGeom prst="rect">
            <a:avLst/>
          </a:prstGeom>
          <a:noFill/>
        </p:spPr>
        <p:txBody>
          <a:bodyPr lIns="0" tIns="0" rIns="0" bIns="182880" anchor="b" anchorCtr="0"/>
          <a:lstStyle>
            <a:lvl1pPr>
              <a:defRPr sz="4800" strike="noStrike" spc="-50" baseline="0">
                <a:solidFill>
                  <a:srgbClr val="000000"/>
                </a:solidFill>
              </a:defRPr>
            </a:lvl1pPr>
          </a:lstStyle>
          <a:p>
            <a:r>
              <a:rPr lang="en-US"/>
              <a:t>Azure presentation</a:t>
            </a:r>
            <a:br>
              <a:rPr lang="en-US"/>
            </a:br>
            <a:r>
              <a:rPr lang="en-US"/>
              <a:t>title or event name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29B09652-4E45-F04D-8357-20491F718B1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1338" y="4436713"/>
            <a:ext cx="5521944" cy="738664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000000"/>
                </a:solidFill>
              </a:defRPr>
            </a:lvl1pPr>
            <a:lvl2pPr>
              <a:defRPr sz="1800">
                <a:solidFill>
                  <a:srgbClr val="000000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050"/>
            </a:lvl5pPr>
          </a:lstStyle>
          <a:p>
            <a:pPr lvl="0"/>
            <a:r>
              <a:rPr lang="en-US"/>
              <a:t>Author name</a:t>
            </a:r>
            <a:br>
              <a:rPr lang="en-US"/>
            </a:br>
            <a:r>
              <a:rPr lang="en-US"/>
              <a:t>Date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6D3BFF-96E5-A945-99DA-8C69FBFC85B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2898" y="0"/>
            <a:ext cx="6093577" cy="699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171695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5138" y="1192213"/>
            <a:ext cx="3690937" cy="917575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 spc="0" baseline="0">
                <a:solidFill>
                  <a:srgbClr val="000000"/>
                </a:solidFill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6354764" y="1192213"/>
            <a:ext cx="558414" cy="386238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defTabSz="517525">
              <a:spcAft>
                <a:spcPts val="500"/>
              </a:spcAft>
              <a:buNone/>
              <a:defRPr sz="1800" spc="0" baseline="0">
                <a:solidFill>
                  <a:schemeClr val="tx2"/>
                </a:solidFill>
              </a:defRPr>
            </a:lvl1pPr>
            <a:lvl2pPr marL="228600" indent="0">
              <a:buNone/>
              <a:defRPr sz="1800"/>
            </a:lvl2pPr>
            <a:lvl3pPr marL="457200" indent="0">
              <a:buNone/>
              <a:defRPr sz="1800"/>
            </a:lvl3pPr>
            <a:lvl4pPr marL="685800" indent="0">
              <a:buNone/>
              <a:defRPr sz="1800"/>
            </a:lvl4pPr>
            <a:lvl5pPr marL="914400" indent="0">
              <a:buNone/>
              <a:defRPr sz="1800"/>
            </a:lvl5pPr>
          </a:lstStyle>
          <a:p>
            <a:pPr lvl="0"/>
            <a:r>
              <a:rPr lang="en-US"/>
              <a:t>##</a:t>
            </a:r>
            <a:br>
              <a:rPr lang="en-US"/>
            </a:br>
            <a:r>
              <a:rPr lang="en-US"/>
              <a:t>##</a:t>
            </a:r>
            <a:br>
              <a:rPr lang="en-US"/>
            </a:br>
            <a:r>
              <a:rPr lang="en-US"/>
              <a:t>##</a:t>
            </a:r>
            <a:br>
              <a:rPr lang="en-US"/>
            </a:br>
            <a:r>
              <a:rPr lang="en-US"/>
              <a:t>##</a:t>
            </a:r>
            <a:br>
              <a:rPr lang="en-US"/>
            </a:br>
            <a:r>
              <a:rPr lang="en-US"/>
              <a:t>##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F941B29-79EC-DD49-A767-757BAE16FC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13178" y="1192212"/>
            <a:ext cx="3356359" cy="386238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defTabSz="517525">
              <a:spcAft>
                <a:spcPts val="500"/>
              </a:spcAft>
              <a:buNone/>
              <a:defRPr sz="1800" spc="0" baseline="0">
                <a:solidFill>
                  <a:srgbClr val="000000"/>
                </a:solidFill>
              </a:defRPr>
            </a:lvl1pPr>
            <a:lvl2pPr marL="228600" indent="0">
              <a:buNone/>
              <a:defRPr sz="1800"/>
            </a:lvl2pPr>
            <a:lvl3pPr marL="457200" indent="0">
              <a:buNone/>
              <a:defRPr sz="1800"/>
            </a:lvl3pPr>
            <a:lvl4pPr marL="685800" indent="0">
              <a:buNone/>
              <a:defRPr sz="1800"/>
            </a:lvl4pPr>
            <a:lvl5pPr marL="914400" indent="0">
              <a:buNone/>
              <a:defRPr sz="1800"/>
            </a:lvl5pPr>
          </a:lstStyle>
          <a:p>
            <a:pPr lvl="0"/>
            <a:r>
              <a:rPr lang="en-US"/>
              <a:t>Section Title</a:t>
            </a:r>
            <a:br>
              <a:rPr lang="en-US"/>
            </a:br>
            <a:r>
              <a:rPr lang="en-US"/>
              <a:t>Section Title</a:t>
            </a:r>
            <a:br>
              <a:rPr lang="en-US"/>
            </a:br>
            <a:r>
              <a:rPr lang="en-US"/>
              <a:t>Section Title</a:t>
            </a:r>
            <a:br>
              <a:rPr lang="en-US"/>
            </a:br>
            <a:r>
              <a:rPr lang="en-US"/>
              <a:t>Section Title</a:t>
            </a:r>
            <a:br>
              <a:rPr lang="en-US"/>
            </a:br>
            <a:r>
              <a:rPr lang="en-US"/>
              <a:t>Section Title</a:t>
            </a:r>
          </a:p>
        </p:txBody>
      </p:sp>
      <p:sp>
        <p:nvSpPr>
          <p:cNvPr id="16" name="Text Box 3">
            <a:extLst>
              <a:ext uri="{FF2B5EF4-FFF2-40B4-BE49-F238E27FC236}">
                <a16:creationId xmlns:a16="http://schemas.microsoft.com/office/drawing/2014/main" id="{A2F7DAD6-99FA-B74A-87E5-BFA3CB237070}"/>
              </a:ext>
            </a:extLst>
          </p:cNvPr>
          <p:cNvSpPr txBox="1">
            <a:spLocks noChangeArrowheads="1"/>
          </p:cNvSpPr>
          <p:nvPr userDrawn="1"/>
        </p:nvSpPr>
        <p:spPr bwMode="blackWhite">
          <a:xfrm>
            <a:off x="463276" y="6583680"/>
            <a:ext cx="11533187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accent6">
                    <a:lumMod val="75000"/>
                  </a:schemeClr>
                </a:solidFill>
                <a:cs typeface="Segoe UI" pitchFamily="34" charset="0"/>
              </a:rPr>
              <a:t>©Microsoft Corporation									                                                                                                                                             Azure </a:t>
            </a:r>
          </a:p>
        </p:txBody>
      </p:sp>
    </p:spTree>
    <p:extLst>
      <p:ext uri="{BB962C8B-B14F-4D97-AF65-F5344CB8AC3E}">
        <p14:creationId xmlns:p14="http://schemas.microsoft.com/office/powerpoint/2010/main" val="3167238818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5138" y="632779"/>
            <a:ext cx="11533187" cy="4111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3200"/>
              </a:lnSpc>
              <a:defRPr sz="2800">
                <a:solidFill>
                  <a:srgbClr val="000000"/>
                </a:solidFill>
              </a:defRPr>
            </a:lvl1pPr>
          </a:lstStyle>
          <a:p>
            <a:r>
              <a:rPr lang="en-US"/>
              <a:t>Heading Segoe UI </a:t>
            </a:r>
            <a:r>
              <a:rPr lang="en-US" err="1"/>
              <a:t>Semibold</a:t>
            </a:r>
            <a:r>
              <a:rPr lang="en-US"/>
              <a:t> 28/32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65138" y="1961079"/>
            <a:ext cx="11533187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2400"/>
              </a:lnSpc>
              <a:buNone/>
              <a:defRPr sz="2000" b="0" i="0" spc="0">
                <a:solidFill>
                  <a:srgbClr val="000000"/>
                </a:solidFill>
                <a:latin typeface="+mj-lt"/>
              </a:defRPr>
            </a:lvl1pPr>
            <a:lvl2pPr marL="0" indent="0">
              <a:lnSpc>
                <a:spcPts val="2400"/>
              </a:lnSpc>
              <a:buNone/>
              <a:defRPr spc="0">
                <a:solidFill>
                  <a:srgbClr val="000000"/>
                </a:solidFill>
                <a:latin typeface="+mn-lt"/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1"/>
            <a:r>
              <a:rPr lang="en-US"/>
              <a:t>Large: subhead Segoe UI Regular 20/24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465138" y="3075739"/>
            <a:ext cx="11533187" cy="22051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400" b="0" spc="0">
                <a:solidFill>
                  <a:schemeClr val="tx2"/>
                </a:solidFill>
                <a:latin typeface="+mj-lt"/>
              </a:defRPr>
            </a:lvl1pPr>
            <a:lvl2pPr marL="0" indent="0">
              <a:lnSpc>
                <a:spcPts val="1800"/>
              </a:lnSpc>
              <a:spcBef>
                <a:spcPts val="0"/>
              </a:spcBef>
              <a:buNone/>
              <a:defRPr sz="1400" spc="0">
                <a:solidFill>
                  <a:srgbClr val="000000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Medium: paragraph heading Segoe UI </a:t>
            </a:r>
            <a:r>
              <a:rPr lang="en-US" err="1"/>
              <a:t>Semibold</a:t>
            </a:r>
            <a:r>
              <a:rPr lang="en-US"/>
              <a:t> 14/18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76E35749-090F-0542-9B4B-BF37EFC334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5138" y="4593491"/>
            <a:ext cx="11533187" cy="1538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000" spc="0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1000" spc="0">
                <a:solidFill>
                  <a:srgbClr val="000000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0" indent="0">
              <a:lnSpc>
                <a:spcPct val="100000"/>
              </a:lnSpc>
              <a:buNone/>
              <a:defRPr>
                <a:solidFill>
                  <a:srgbClr val="000000"/>
                </a:solidFill>
              </a:defRPr>
            </a:lvl5pPr>
          </a:lstStyle>
          <a:p>
            <a:pPr lvl="1"/>
            <a:r>
              <a:rPr lang="en-US"/>
              <a:t>Small: caption body copy Segoe Regular 10/12</a:t>
            </a:r>
          </a:p>
        </p:txBody>
      </p:sp>
      <p:sp>
        <p:nvSpPr>
          <p:cNvPr id="18" name="Text Box 3">
            <a:extLst>
              <a:ext uri="{FF2B5EF4-FFF2-40B4-BE49-F238E27FC236}">
                <a16:creationId xmlns:a16="http://schemas.microsoft.com/office/drawing/2014/main" id="{19F02595-114B-2D46-ABDC-5E65D166807C}"/>
              </a:ext>
            </a:extLst>
          </p:cNvPr>
          <p:cNvSpPr txBox="1">
            <a:spLocks noChangeArrowheads="1"/>
          </p:cNvSpPr>
          <p:nvPr userDrawn="1"/>
        </p:nvSpPr>
        <p:spPr bwMode="blackWhite">
          <a:xfrm>
            <a:off x="463276" y="6583680"/>
            <a:ext cx="11533187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accent6">
                    <a:lumMod val="75000"/>
                  </a:schemeClr>
                </a:solidFill>
                <a:cs typeface="Segoe UI" pitchFamily="34" charset="0"/>
              </a:rPr>
              <a:t>©Microsoft Corporation									                                                                                                                                             Azure 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68F32AD9-0E33-284C-8468-E63BF69AF2E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63276" y="4385524"/>
            <a:ext cx="11533187" cy="207967"/>
          </a:xfrm>
          <a:prstGeom prst="rect">
            <a:avLst/>
          </a:prstGeom>
        </p:spPr>
        <p:txBody>
          <a:bodyPr tIns="0"/>
          <a:lstStyle>
            <a:lvl1pPr>
              <a:defRPr lang="en-US" sz="1000" b="1" kern="1200" spc="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Small: caption title Segoe UI Bold 10/12. 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BA46FDB1-D336-7C45-BF92-D58B6C5503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3276" y="3323870"/>
            <a:ext cx="11533187" cy="2204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8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 spc="0">
                <a:solidFill>
                  <a:srgbClr val="000000"/>
                </a:solidFill>
                <a:latin typeface="+mn-lt"/>
              </a:defRPr>
            </a:lvl1pPr>
            <a:lvl2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Medium: body copy Segoe UI Regular 14/18</a:t>
            </a:r>
          </a:p>
        </p:txBody>
      </p:sp>
    </p:spTree>
    <p:extLst>
      <p:ext uri="{BB962C8B-B14F-4D97-AF65-F5344CB8AC3E}">
        <p14:creationId xmlns:p14="http://schemas.microsoft.com/office/powerpoint/2010/main" val="822088450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5138" y="632779"/>
            <a:ext cx="11533187" cy="4111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3200"/>
              </a:lnSpc>
              <a:defRPr sz="2800">
                <a:solidFill>
                  <a:srgbClr val="000000"/>
                </a:solidFill>
              </a:defRPr>
            </a:lvl1pPr>
          </a:lstStyle>
          <a:p>
            <a:r>
              <a:rPr lang="en-US"/>
              <a:t>Heading Segoe UI </a:t>
            </a:r>
            <a:r>
              <a:rPr lang="en-US" err="1"/>
              <a:t>Semibold</a:t>
            </a:r>
            <a:r>
              <a:rPr lang="en-US"/>
              <a:t> 28/32</a:t>
            </a:r>
          </a:p>
        </p:txBody>
      </p:sp>
      <p:sp>
        <p:nvSpPr>
          <p:cNvPr id="18" name="Text Box 3">
            <a:extLst>
              <a:ext uri="{FF2B5EF4-FFF2-40B4-BE49-F238E27FC236}">
                <a16:creationId xmlns:a16="http://schemas.microsoft.com/office/drawing/2014/main" id="{19F02595-114B-2D46-ABDC-5E65D166807C}"/>
              </a:ext>
            </a:extLst>
          </p:cNvPr>
          <p:cNvSpPr txBox="1">
            <a:spLocks noChangeArrowheads="1"/>
          </p:cNvSpPr>
          <p:nvPr userDrawn="1"/>
        </p:nvSpPr>
        <p:spPr bwMode="blackWhite">
          <a:xfrm>
            <a:off x="463276" y="6583680"/>
            <a:ext cx="11533187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accent6">
                    <a:lumMod val="75000"/>
                  </a:schemeClr>
                </a:solidFill>
                <a:cs typeface="Segoe UI" pitchFamily="34" charset="0"/>
              </a:rPr>
              <a:t>©Microsoft Corporation									                                                                                                                                             Azure 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EE1E43F-C091-614B-AA20-F39D0AACAA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5138" y="1960860"/>
            <a:ext cx="9572625" cy="36779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342900" marR="0" indent="-34290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Arial" panose="020B0604020202020204" pitchFamily="34" charset="0"/>
              <a:buChar char="•"/>
              <a:tabLst>
                <a:tab pos="346075" algn="l"/>
              </a:tabLst>
              <a:defRPr lang="en-US" sz="2000" kern="1200" spc="0" baseline="0" dirty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571500" indent="-342900"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742950" indent="-285750">
              <a:buFont typeface="Arial" panose="020B0604020202020204" pitchFamily="34" charset="0"/>
              <a:buChar char="•"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Bulleted list Segoe UI Regular 20/24. Dis </a:t>
            </a:r>
            <a:r>
              <a:rPr lang="en-US" err="1"/>
              <a:t>apid</a:t>
            </a:r>
            <a:r>
              <a:rPr lang="en-US"/>
              <a:t> es </a:t>
            </a:r>
            <a:r>
              <a:rPr lang="en-US" err="1"/>
              <a:t>simusanditis</a:t>
            </a:r>
            <a:r>
              <a:rPr lang="en-US"/>
              <a:t> </a:t>
            </a:r>
            <a:r>
              <a:rPr lang="en-US" err="1"/>
              <a:t>ea</a:t>
            </a:r>
            <a:r>
              <a:rPr lang="en-US"/>
              <a:t> ex et </a:t>
            </a:r>
            <a:r>
              <a:rPr lang="en-US" err="1"/>
              <a:t>illore</a:t>
            </a:r>
            <a:r>
              <a:rPr lang="en-US"/>
              <a:t>, </a:t>
            </a:r>
            <a:r>
              <a:rPr lang="en-US" err="1"/>
              <a:t>nectationet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dic</a:t>
            </a:r>
            <a:r>
              <a:rPr lang="en-US"/>
              <a:t> </a:t>
            </a:r>
            <a:r>
              <a:rPr lang="en-US" err="1"/>
              <a:t>tem</a:t>
            </a:r>
            <a:r>
              <a:rPr lang="en-US"/>
              <a:t> vit </a:t>
            </a:r>
            <a:r>
              <a:rPr lang="en-US" err="1"/>
              <a:t>velestium</a:t>
            </a:r>
            <a:r>
              <a:rPr lang="en-US"/>
              <a:t> </a:t>
            </a:r>
            <a:r>
              <a:rPr lang="en-US" err="1"/>
              <a:t>reperro</a:t>
            </a:r>
            <a:r>
              <a:rPr lang="en-US"/>
              <a:t> </a:t>
            </a:r>
            <a:r>
              <a:rPr lang="en-US" err="1"/>
              <a:t>rroviduntion</a:t>
            </a:r>
            <a:r>
              <a:rPr lang="en-US"/>
              <a:t> </a:t>
            </a:r>
            <a:r>
              <a:rPr lang="en-US" err="1"/>
              <a:t>conem</a:t>
            </a:r>
            <a:r>
              <a:rPr lang="en-US"/>
              <a:t> </a:t>
            </a:r>
            <a:r>
              <a:rPr lang="en-US" err="1"/>
              <a:t>rehend</a:t>
            </a:r>
            <a:endParaRPr lang="en-US"/>
          </a:p>
          <a:p>
            <a:pPr lvl="1"/>
            <a:r>
              <a:rPr lang="en-US"/>
              <a:t>Indented</a:t>
            </a:r>
          </a:p>
          <a:p>
            <a:pPr lvl="2"/>
            <a:r>
              <a:rPr lang="en-US"/>
              <a:t>Indented again</a:t>
            </a:r>
          </a:p>
          <a:p>
            <a:pPr lvl="0"/>
            <a:r>
              <a:rPr lang="en-US"/>
              <a:t>Bulleted list Segoe UI Regular 20/24. Dis </a:t>
            </a:r>
            <a:r>
              <a:rPr lang="en-US" err="1"/>
              <a:t>apid</a:t>
            </a:r>
            <a:r>
              <a:rPr lang="en-US"/>
              <a:t> es </a:t>
            </a:r>
            <a:r>
              <a:rPr lang="en-US" err="1"/>
              <a:t>simusanditis</a:t>
            </a:r>
            <a:r>
              <a:rPr lang="en-US"/>
              <a:t> </a:t>
            </a:r>
            <a:r>
              <a:rPr lang="en-US" err="1"/>
              <a:t>ea</a:t>
            </a:r>
            <a:r>
              <a:rPr lang="en-US"/>
              <a:t> ex et </a:t>
            </a:r>
            <a:r>
              <a:rPr lang="en-US" err="1"/>
              <a:t>illore</a:t>
            </a:r>
            <a:r>
              <a:rPr lang="en-US"/>
              <a:t>, </a:t>
            </a:r>
            <a:r>
              <a:rPr lang="en-US" err="1"/>
              <a:t>nectationet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dic</a:t>
            </a:r>
            <a:r>
              <a:rPr lang="en-US"/>
              <a:t> </a:t>
            </a:r>
            <a:r>
              <a:rPr lang="en-US" err="1"/>
              <a:t>tem</a:t>
            </a:r>
            <a:r>
              <a:rPr lang="en-US"/>
              <a:t> vit </a:t>
            </a:r>
            <a:r>
              <a:rPr lang="en-US" err="1"/>
              <a:t>velestium</a:t>
            </a:r>
            <a:r>
              <a:rPr lang="en-US"/>
              <a:t> </a:t>
            </a:r>
            <a:r>
              <a:rPr lang="en-US" err="1"/>
              <a:t>reperro</a:t>
            </a:r>
            <a:r>
              <a:rPr lang="en-US"/>
              <a:t> </a:t>
            </a:r>
            <a:r>
              <a:rPr lang="en-US" err="1"/>
              <a:t>rroviduntion</a:t>
            </a:r>
            <a:r>
              <a:rPr lang="en-US"/>
              <a:t> </a:t>
            </a:r>
            <a:r>
              <a:rPr lang="en-US" err="1"/>
              <a:t>conem</a:t>
            </a:r>
            <a:r>
              <a:rPr lang="en-US"/>
              <a:t> </a:t>
            </a:r>
            <a:r>
              <a:rPr lang="en-US" err="1"/>
              <a:t>rehend</a:t>
            </a:r>
            <a:endParaRPr lang="en-US"/>
          </a:p>
          <a:p>
            <a:pPr marL="342900" marR="0" lvl="0" indent="-34290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Arial" panose="020B0604020202020204" pitchFamily="34" charset="0"/>
              <a:buChar char="•"/>
              <a:tabLst>
                <a:tab pos="346075" algn="l"/>
              </a:tabLst>
              <a:defRPr/>
            </a:pPr>
            <a:r>
              <a:rPr lang="en-US"/>
              <a:t>Bulleted list Segoe UI Regular 20/24. Dis </a:t>
            </a:r>
            <a:r>
              <a:rPr lang="en-US" err="1"/>
              <a:t>apid</a:t>
            </a:r>
            <a:r>
              <a:rPr lang="en-US"/>
              <a:t> es </a:t>
            </a:r>
            <a:r>
              <a:rPr lang="en-US" err="1"/>
              <a:t>simusanditis</a:t>
            </a:r>
            <a:r>
              <a:rPr lang="en-US"/>
              <a:t> </a:t>
            </a:r>
            <a:r>
              <a:rPr lang="en-US" err="1"/>
              <a:t>ea</a:t>
            </a:r>
            <a:r>
              <a:rPr lang="en-US"/>
              <a:t> ex et </a:t>
            </a:r>
            <a:r>
              <a:rPr lang="en-US" err="1"/>
              <a:t>illore</a:t>
            </a:r>
            <a:r>
              <a:rPr lang="en-US"/>
              <a:t>, </a:t>
            </a:r>
            <a:r>
              <a:rPr lang="en-US" err="1"/>
              <a:t>nectationet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dic</a:t>
            </a:r>
            <a:r>
              <a:rPr lang="en-US"/>
              <a:t> </a:t>
            </a:r>
            <a:r>
              <a:rPr lang="en-US" err="1"/>
              <a:t>tem</a:t>
            </a:r>
            <a:r>
              <a:rPr lang="en-US"/>
              <a:t> vit </a:t>
            </a:r>
            <a:r>
              <a:rPr lang="en-US" err="1"/>
              <a:t>velestium</a:t>
            </a:r>
            <a:r>
              <a:rPr lang="en-US"/>
              <a:t> </a:t>
            </a:r>
            <a:r>
              <a:rPr lang="en-US" err="1"/>
              <a:t>reperro</a:t>
            </a:r>
            <a:r>
              <a:rPr lang="en-US"/>
              <a:t> </a:t>
            </a:r>
            <a:r>
              <a:rPr lang="en-US" err="1"/>
              <a:t>rroviduntion</a:t>
            </a:r>
            <a:r>
              <a:rPr lang="en-US"/>
              <a:t> </a:t>
            </a:r>
            <a:r>
              <a:rPr lang="en-US" err="1"/>
              <a:t>conem</a:t>
            </a:r>
            <a:r>
              <a:rPr lang="en-US"/>
              <a:t> </a:t>
            </a:r>
            <a:r>
              <a:rPr lang="en-US" err="1"/>
              <a:t>rehend</a:t>
            </a:r>
            <a:endParaRPr lang="en-US"/>
          </a:p>
          <a:p>
            <a:pPr marL="342900" marR="0" lvl="0" indent="-34290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Arial" panose="020B0604020202020204" pitchFamily="34" charset="0"/>
              <a:buChar char="•"/>
              <a:tabLst>
                <a:tab pos="346075" algn="l"/>
              </a:tabLst>
              <a:defRPr/>
            </a:pPr>
            <a:r>
              <a:rPr lang="en-US"/>
              <a:t>Bulleted list Segoe UI Regular 20/24. Dis </a:t>
            </a:r>
            <a:r>
              <a:rPr lang="en-US" err="1"/>
              <a:t>apid</a:t>
            </a:r>
            <a:r>
              <a:rPr lang="en-US"/>
              <a:t> es </a:t>
            </a:r>
            <a:r>
              <a:rPr lang="en-US" err="1"/>
              <a:t>simusanditis</a:t>
            </a:r>
            <a:r>
              <a:rPr lang="en-US"/>
              <a:t> </a:t>
            </a:r>
            <a:r>
              <a:rPr lang="en-US" err="1"/>
              <a:t>ea</a:t>
            </a:r>
            <a:r>
              <a:rPr lang="en-US"/>
              <a:t> ex et </a:t>
            </a:r>
            <a:r>
              <a:rPr lang="en-US" err="1"/>
              <a:t>illore</a:t>
            </a:r>
            <a:r>
              <a:rPr lang="en-US"/>
              <a:t>, </a:t>
            </a:r>
            <a:r>
              <a:rPr lang="en-US" err="1"/>
              <a:t>nectationet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dic</a:t>
            </a:r>
            <a:r>
              <a:rPr lang="en-US"/>
              <a:t> </a:t>
            </a:r>
            <a:r>
              <a:rPr lang="en-US" err="1"/>
              <a:t>tem</a:t>
            </a:r>
            <a:r>
              <a:rPr lang="en-US"/>
              <a:t> vit </a:t>
            </a:r>
            <a:r>
              <a:rPr lang="en-US" err="1"/>
              <a:t>velestium</a:t>
            </a:r>
            <a:r>
              <a:rPr lang="en-US"/>
              <a:t> </a:t>
            </a:r>
            <a:r>
              <a:rPr lang="en-US" err="1"/>
              <a:t>reperro</a:t>
            </a:r>
            <a:r>
              <a:rPr lang="en-US"/>
              <a:t> </a:t>
            </a:r>
            <a:r>
              <a:rPr lang="en-US" err="1"/>
              <a:t>rroviduntion</a:t>
            </a:r>
            <a:r>
              <a:rPr lang="en-US"/>
              <a:t> </a:t>
            </a:r>
            <a:r>
              <a:rPr lang="en-US" err="1"/>
              <a:t>conem</a:t>
            </a:r>
            <a:r>
              <a:rPr lang="en-US"/>
              <a:t> </a:t>
            </a:r>
            <a:r>
              <a:rPr lang="en-US" err="1"/>
              <a:t>rehend</a:t>
            </a:r>
            <a:endParaRPr lang="en-US"/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953445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5138" y="632779"/>
            <a:ext cx="11533187" cy="4111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3200"/>
              </a:lnSpc>
              <a:defRPr sz="2800">
                <a:solidFill>
                  <a:srgbClr val="000000"/>
                </a:solidFill>
              </a:defRPr>
            </a:lvl1pPr>
          </a:lstStyle>
          <a:p>
            <a:r>
              <a:rPr lang="en-US"/>
              <a:t>Text option 1: three column bulleted list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65138" y="1960860"/>
            <a:ext cx="9572625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2400"/>
              </a:lnSpc>
              <a:buNone/>
              <a:defRPr lang="en-US" sz="2000" kern="1200" spc="0" baseline="0" dirty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Subhead Segoe UI Regular 20/24. Dis </a:t>
            </a:r>
            <a:r>
              <a:rPr lang="en-US" err="1"/>
              <a:t>apid</a:t>
            </a:r>
            <a:r>
              <a:rPr lang="en-US"/>
              <a:t> </a:t>
            </a:r>
            <a:r>
              <a:rPr lang="en-US" err="1"/>
              <a:t>es</a:t>
            </a:r>
            <a:r>
              <a:rPr lang="en-US"/>
              <a:t> </a:t>
            </a:r>
            <a:r>
              <a:rPr lang="en-US" err="1"/>
              <a:t>simusanditis</a:t>
            </a:r>
            <a:r>
              <a:rPr lang="en-US"/>
              <a:t> </a:t>
            </a:r>
            <a:r>
              <a:rPr lang="en-US" err="1"/>
              <a:t>ea</a:t>
            </a:r>
            <a:r>
              <a:rPr lang="en-US"/>
              <a:t> ex et </a:t>
            </a:r>
            <a:r>
              <a:rPr lang="en-US" err="1"/>
              <a:t>illore</a:t>
            </a:r>
            <a:r>
              <a:rPr lang="en-US"/>
              <a:t>, </a:t>
            </a:r>
            <a:r>
              <a:rPr lang="en-US" err="1"/>
              <a:t>nectationet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dic</a:t>
            </a:r>
            <a:r>
              <a:rPr lang="en-US"/>
              <a:t> </a:t>
            </a:r>
            <a:r>
              <a:rPr lang="en-US" err="1"/>
              <a:t>tem</a:t>
            </a:r>
            <a:r>
              <a:rPr lang="en-US"/>
              <a:t> </a:t>
            </a:r>
            <a:r>
              <a:rPr lang="en-US" err="1"/>
              <a:t>vit</a:t>
            </a:r>
            <a:r>
              <a:rPr lang="en-US"/>
              <a:t> </a:t>
            </a:r>
            <a:r>
              <a:rPr lang="en-US" err="1"/>
              <a:t>velestium</a:t>
            </a:r>
            <a:r>
              <a:rPr lang="en-US"/>
              <a:t> </a:t>
            </a:r>
            <a:r>
              <a:rPr lang="en-US" err="1"/>
              <a:t>reperro</a:t>
            </a:r>
            <a:r>
              <a:rPr lang="en-US"/>
              <a:t> </a:t>
            </a:r>
            <a:r>
              <a:rPr lang="en-US" err="1"/>
              <a:t>rroviduntion</a:t>
            </a:r>
            <a:r>
              <a:rPr lang="en-US"/>
              <a:t> </a:t>
            </a:r>
            <a:r>
              <a:rPr lang="en-US" err="1"/>
              <a:t>conem</a:t>
            </a:r>
            <a:r>
              <a:rPr lang="en-US"/>
              <a:t> </a:t>
            </a:r>
            <a:r>
              <a:rPr lang="en-US" err="1"/>
              <a:t>rehend</a:t>
            </a:r>
            <a:r>
              <a:rPr lang="en-US"/>
              <a:t>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465138" y="3214124"/>
            <a:ext cx="3690937" cy="22051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None/>
              <a:defRPr sz="1400" b="0" spc="0" baseline="0">
                <a:solidFill>
                  <a:schemeClr val="tx2"/>
                </a:solidFill>
                <a:latin typeface="+mj-lt"/>
              </a:defRPr>
            </a:lvl1pPr>
            <a:lvl2pPr marL="285750" marR="0" indent="-285750" algn="l" defTabSz="932742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lang="en-US" sz="1400" kern="1200" spc="0" baseline="0" dirty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Paragraph title Segoe UI </a:t>
            </a:r>
            <a:r>
              <a:rPr lang="en-US" err="1"/>
              <a:t>Semibold</a:t>
            </a:r>
            <a:r>
              <a:rPr lang="en-US"/>
              <a:t> 14/18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03383CEA-4FEB-4C9E-B7D6-3B36BC8EB7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05042" y="3214124"/>
            <a:ext cx="3690937" cy="22051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None/>
              <a:defRPr sz="1400" b="0" spc="0" baseline="0">
                <a:solidFill>
                  <a:schemeClr val="tx2"/>
                </a:solidFill>
                <a:latin typeface="+mj-lt"/>
              </a:defRPr>
            </a:lvl1pPr>
            <a:lvl2pPr marL="285750" marR="0" indent="-285750" algn="l" defTabSz="932742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lang="en-US" sz="1400" kern="1200" spc="0" baseline="0" dirty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Paragraph title Segoe UI </a:t>
            </a:r>
            <a:r>
              <a:rPr lang="en-US" err="1"/>
              <a:t>Semibold</a:t>
            </a:r>
            <a:r>
              <a:rPr lang="en-US"/>
              <a:t> 14/18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5007055-7118-477F-B301-DB401591FA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13383" y="3214124"/>
            <a:ext cx="3690937" cy="22051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None/>
              <a:defRPr sz="1400" b="0" spc="0" baseline="0">
                <a:solidFill>
                  <a:schemeClr val="tx2"/>
                </a:solidFill>
                <a:latin typeface="+mj-lt"/>
              </a:defRPr>
            </a:lvl1pPr>
            <a:lvl2pPr marL="285750" marR="0" indent="-285750" algn="l" defTabSz="932742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lang="en-US" sz="1400" kern="1200" spc="0" baseline="0" dirty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Paragraph title Segoe UI </a:t>
            </a:r>
            <a:r>
              <a:rPr lang="en-US" err="1"/>
              <a:t>Semibold</a:t>
            </a:r>
            <a:r>
              <a:rPr lang="en-US"/>
              <a:t> 14/18</a:t>
            </a:r>
          </a:p>
        </p:txBody>
      </p:sp>
      <p:sp>
        <p:nvSpPr>
          <p:cNvPr id="23" name="Text Box 3">
            <a:extLst>
              <a:ext uri="{FF2B5EF4-FFF2-40B4-BE49-F238E27FC236}">
                <a16:creationId xmlns:a16="http://schemas.microsoft.com/office/drawing/2014/main" id="{DD31BD93-DFDF-4C46-8FDE-B1B55850B6B2}"/>
              </a:ext>
            </a:extLst>
          </p:cNvPr>
          <p:cNvSpPr txBox="1">
            <a:spLocks noChangeArrowheads="1"/>
          </p:cNvSpPr>
          <p:nvPr userDrawn="1"/>
        </p:nvSpPr>
        <p:spPr bwMode="blackWhite">
          <a:xfrm>
            <a:off x="463276" y="6583680"/>
            <a:ext cx="11533187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accent6">
                    <a:lumMod val="75000"/>
                  </a:schemeClr>
                </a:solidFill>
                <a:cs typeface="Segoe UI" pitchFamily="34" charset="0"/>
              </a:rPr>
              <a:t>©Microsoft Corporation									                                                                                                                                             Azure 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2951A14E-1D63-9E44-9361-FD57A8BD812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3276" y="3445695"/>
            <a:ext cx="3690937" cy="2067104"/>
          </a:xfrm>
          <a:prstGeom prst="rect">
            <a:avLst/>
          </a:prstGeom>
        </p:spPr>
        <p:txBody>
          <a:bodyPr lIns="0" tIns="0" rIns="0" bIns="0"/>
          <a:lstStyle>
            <a:lvl1pPr marL="285750" indent="-285750">
              <a:lnSpc>
                <a:spcPts val="18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spc="0">
                <a:solidFill>
                  <a:srgbClr val="000000"/>
                </a:solidFill>
                <a:latin typeface="+mn-lt"/>
              </a:defRPr>
            </a:lvl1pPr>
            <a:lvl2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Body copy 14 </a:t>
            </a:r>
            <a:r>
              <a:rPr lang="en-US" err="1"/>
              <a:t>Cavorest</a:t>
            </a:r>
            <a:r>
              <a:rPr lang="en-US"/>
              <a:t> a </a:t>
            </a:r>
            <a:r>
              <a:rPr lang="en-US" err="1"/>
              <a:t>aut</a:t>
            </a:r>
            <a:r>
              <a:rPr lang="en-US"/>
              <a:t> arum </a:t>
            </a:r>
            <a:r>
              <a:rPr lang="en-US" err="1"/>
              <a:t>quam</a:t>
            </a:r>
            <a:r>
              <a:rPr lang="en-US"/>
              <a:t> id eat ape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sincit</a:t>
            </a:r>
            <a:r>
              <a:rPr lang="en-US"/>
              <a:t>, </a:t>
            </a:r>
            <a:r>
              <a:rPr lang="en-US" err="1"/>
              <a:t>omnimusdae</a:t>
            </a:r>
            <a:r>
              <a:rPr lang="en-US"/>
              <a:t>. </a:t>
            </a:r>
            <a:r>
              <a:rPr lang="en-US" err="1"/>
              <a:t>Icaecatur</a:t>
            </a:r>
            <a:r>
              <a:rPr lang="en-US"/>
              <a:t>. </a:t>
            </a:r>
            <a:r>
              <a:rPr lang="en-US" err="1"/>
              <a:t>Boribus</a:t>
            </a:r>
            <a:r>
              <a:rPr lang="en-US"/>
              <a:t> </a:t>
            </a:r>
            <a:r>
              <a:rPr lang="en-US" err="1"/>
              <a:t>sinctius</a:t>
            </a:r>
            <a:r>
              <a:rPr lang="en-US"/>
              <a:t> </a:t>
            </a:r>
            <a:r>
              <a:rPr lang="en-US" err="1"/>
              <a:t>nimaxime</a:t>
            </a:r>
            <a:r>
              <a:rPr lang="en-US"/>
              <a:t> </a:t>
            </a:r>
            <a:r>
              <a:rPr lang="en-US" err="1"/>
              <a:t>nonsequibus</a:t>
            </a:r>
            <a:r>
              <a:rPr lang="en-US"/>
              <a:t> </a:t>
            </a:r>
            <a:r>
              <a:rPr lang="en-US" err="1"/>
              <a:t>dollendis</a:t>
            </a:r>
            <a:r>
              <a:rPr lang="en-US"/>
              <a:t> as </a:t>
            </a:r>
            <a:r>
              <a:rPr lang="en-US" err="1"/>
              <a:t>autestiatur</a:t>
            </a:r>
            <a:r>
              <a:rPr lang="en-US"/>
              <a:t>. </a:t>
            </a:r>
          </a:p>
          <a:p>
            <a:pPr lvl="0"/>
            <a:endParaRPr lang="en-US"/>
          </a:p>
          <a:p>
            <a:pPr lvl="0"/>
            <a:r>
              <a:rPr lang="en-US"/>
              <a:t>Body copy 14 </a:t>
            </a:r>
            <a:r>
              <a:rPr lang="en-US" err="1"/>
              <a:t>Cavorest</a:t>
            </a:r>
            <a:r>
              <a:rPr lang="en-US"/>
              <a:t> a </a:t>
            </a:r>
            <a:r>
              <a:rPr lang="en-US" err="1"/>
              <a:t>aut</a:t>
            </a:r>
            <a:r>
              <a:rPr lang="en-US"/>
              <a:t> arum </a:t>
            </a:r>
            <a:r>
              <a:rPr lang="en-US" err="1"/>
              <a:t>quam</a:t>
            </a:r>
            <a:r>
              <a:rPr lang="en-US"/>
              <a:t> id eat ape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sincit</a:t>
            </a:r>
            <a:r>
              <a:rPr lang="en-US"/>
              <a:t>, </a:t>
            </a:r>
            <a:r>
              <a:rPr lang="en-US" err="1"/>
              <a:t>omnimusdae</a:t>
            </a:r>
            <a:r>
              <a:rPr lang="en-US"/>
              <a:t>. </a:t>
            </a:r>
            <a:r>
              <a:rPr lang="en-US" err="1"/>
              <a:t>Icaecatur</a:t>
            </a:r>
            <a:r>
              <a:rPr lang="en-US"/>
              <a:t>. </a:t>
            </a:r>
            <a:r>
              <a:rPr lang="en-US" err="1"/>
              <a:t>Boribus</a:t>
            </a:r>
            <a:r>
              <a:rPr lang="en-US"/>
              <a:t> </a:t>
            </a:r>
            <a:r>
              <a:rPr lang="en-US" err="1"/>
              <a:t>sinctius</a:t>
            </a:r>
            <a:r>
              <a:rPr lang="en-US"/>
              <a:t> </a:t>
            </a:r>
            <a:r>
              <a:rPr lang="en-US" err="1"/>
              <a:t>nimaxime</a:t>
            </a:r>
            <a:r>
              <a:rPr lang="en-US"/>
              <a:t> </a:t>
            </a:r>
            <a:r>
              <a:rPr lang="en-US" err="1"/>
              <a:t>nonsequibus</a:t>
            </a:r>
            <a:r>
              <a:rPr lang="en-US"/>
              <a:t> </a:t>
            </a:r>
            <a:r>
              <a:rPr lang="en-US" err="1"/>
              <a:t>dollendis</a:t>
            </a:r>
            <a:r>
              <a:rPr lang="en-US"/>
              <a:t> as </a:t>
            </a:r>
            <a:r>
              <a:rPr lang="en-US" err="1"/>
              <a:t>autestiatur</a:t>
            </a:r>
            <a:r>
              <a:rPr lang="en-US"/>
              <a:t>. 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1C3BF983-4009-1049-9AD7-C94BE3AA193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05042" y="3445695"/>
            <a:ext cx="3690937" cy="2067104"/>
          </a:xfrm>
          <a:prstGeom prst="rect">
            <a:avLst/>
          </a:prstGeom>
        </p:spPr>
        <p:txBody>
          <a:bodyPr lIns="0" tIns="0" rIns="0" bIns="0"/>
          <a:lstStyle>
            <a:lvl1pPr marL="285750" indent="-285750">
              <a:lnSpc>
                <a:spcPts val="18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spc="0">
                <a:solidFill>
                  <a:srgbClr val="000000"/>
                </a:solidFill>
                <a:latin typeface="+mn-lt"/>
              </a:defRPr>
            </a:lvl1pPr>
            <a:lvl2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Body copy 14 </a:t>
            </a:r>
            <a:r>
              <a:rPr lang="en-US" err="1"/>
              <a:t>Cavorest</a:t>
            </a:r>
            <a:r>
              <a:rPr lang="en-US"/>
              <a:t> a </a:t>
            </a:r>
            <a:r>
              <a:rPr lang="en-US" err="1"/>
              <a:t>aut</a:t>
            </a:r>
            <a:r>
              <a:rPr lang="en-US"/>
              <a:t> arum </a:t>
            </a:r>
            <a:r>
              <a:rPr lang="en-US" err="1"/>
              <a:t>quam</a:t>
            </a:r>
            <a:r>
              <a:rPr lang="en-US"/>
              <a:t> id eat ape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sincit</a:t>
            </a:r>
            <a:r>
              <a:rPr lang="en-US"/>
              <a:t>, </a:t>
            </a:r>
            <a:r>
              <a:rPr lang="en-US" err="1"/>
              <a:t>omnimusdae</a:t>
            </a:r>
            <a:r>
              <a:rPr lang="en-US"/>
              <a:t>. </a:t>
            </a:r>
            <a:r>
              <a:rPr lang="en-US" err="1"/>
              <a:t>Icaecatur</a:t>
            </a:r>
            <a:r>
              <a:rPr lang="en-US"/>
              <a:t>. </a:t>
            </a:r>
            <a:r>
              <a:rPr lang="en-US" err="1"/>
              <a:t>Boribus</a:t>
            </a:r>
            <a:r>
              <a:rPr lang="en-US"/>
              <a:t> </a:t>
            </a:r>
            <a:r>
              <a:rPr lang="en-US" err="1"/>
              <a:t>sinctius</a:t>
            </a:r>
            <a:r>
              <a:rPr lang="en-US"/>
              <a:t> </a:t>
            </a:r>
            <a:r>
              <a:rPr lang="en-US" err="1"/>
              <a:t>nimaxime</a:t>
            </a:r>
            <a:r>
              <a:rPr lang="en-US"/>
              <a:t> </a:t>
            </a:r>
            <a:r>
              <a:rPr lang="en-US" err="1"/>
              <a:t>nonsequibus</a:t>
            </a:r>
            <a:r>
              <a:rPr lang="en-US"/>
              <a:t> </a:t>
            </a:r>
            <a:r>
              <a:rPr lang="en-US" err="1"/>
              <a:t>dollendis</a:t>
            </a:r>
            <a:r>
              <a:rPr lang="en-US"/>
              <a:t> as </a:t>
            </a:r>
            <a:r>
              <a:rPr lang="en-US" err="1"/>
              <a:t>autestiatur</a:t>
            </a:r>
            <a:r>
              <a:rPr lang="en-US"/>
              <a:t>. </a:t>
            </a:r>
          </a:p>
          <a:p>
            <a:pPr lvl="0"/>
            <a:endParaRPr lang="en-US"/>
          </a:p>
          <a:p>
            <a:pPr lvl="0"/>
            <a:r>
              <a:rPr lang="en-US"/>
              <a:t>Body copy 14 </a:t>
            </a:r>
            <a:r>
              <a:rPr lang="en-US" err="1"/>
              <a:t>Cavorest</a:t>
            </a:r>
            <a:r>
              <a:rPr lang="en-US"/>
              <a:t> a </a:t>
            </a:r>
            <a:r>
              <a:rPr lang="en-US" err="1"/>
              <a:t>aut</a:t>
            </a:r>
            <a:r>
              <a:rPr lang="en-US"/>
              <a:t> arum </a:t>
            </a:r>
            <a:r>
              <a:rPr lang="en-US" err="1"/>
              <a:t>quam</a:t>
            </a:r>
            <a:r>
              <a:rPr lang="en-US"/>
              <a:t> id eat ape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sincit</a:t>
            </a:r>
            <a:r>
              <a:rPr lang="en-US"/>
              <a:t>, </a:t>
            </a:r>
            <a:r>
              <a:rPr lang="en-US" err="1"/>
              <a:t>omnimusdae</a:t>
            </a:r>
            <a:r>
              <a:rPr lang="en-US"/>
              <a:t>. </a:t>
            </a:r>
            <a:r>
              <a:rPr lang="en-US" err="1"/>
              <a:t>Icaecatur</a:t>
            </a:r>
            <a:r>
              <a:rPr lang="en-US"/>
              <a:t>. </a:t>
            </a:r>
            <a:r>
              <a:rPr lang="en-US" err="1"/>
              <a:t>Boribus</a:t>
            </a:r>
            <a:r>
              <a:rPr lang="en-US"/>
              <a:t> </a:t>
            </a:r>
            <a:r>
              <a:rPr lang="en-US" err="1"/>
              <a:t>sinctius</a:t>
            </a:r>
            <a:r>
              <a:rPr lang="en-US"/>
              <a:t> </a:t>
            </a:r>
            <a:r>
              <a:rPr lang="en-US" err="1"/>
              <a:t>nimaxime</a:t>
            </a:r>
            <a:r>
              <a:rPr lang="en-US"/>
              <a:t> </a:t>
            </a:r>
            <a:r>
              <a:rPr lang="en-US" err="1"/>
              <a:t>nonsequibus</a:t>
            </a:r>
            <a:r>
              <a:rPr lang="en-US"/>
              <a:t> </a:t>
            </a:r>
            <a:r>
              <a:rPr lang="en-US" err="1"/>
              <a:t>dollendis</a:t>
            </a:r>
            <a:r>
              <a:rPr lang="en-US"/>
              <a:t> as </a:t>
            </a:r>
            <a:r>
              <a:rPr lang="en-US" err="1"/>
              <a:t>autestiatur</a:t>
            </a:r>
            <a:r>
              <a:rPr lang="en-US"/>
              <a:t>. 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361C016-E331-F44F-ACAE-52E4AE73469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20326" y="3445695"/>
            <a:ext cx="3690937" cy="2067104"/>
          </a:xfrm>
          <a:prstGeom prst="rect">
            <a:avLst/>
          </a:prstGeom>
        </p:spPr>
        <p:txBody>
          <a:bodyPr lIns="0" tIns="0" rIns="0" bIns="0"/>
          <a:lstStyle>
            <a:lvl1pPr marL="285750" indent="-285750">
              <a:lnSpc>
                <a:spcPts val="18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spc="0">
                <a:solidFill>
                  <a:srgbClr val="000000"/>
                </a:solidFill>
                <a:latin typeface="+mn-lt"/>
              </a:defRPr>
            </a:lvl1pPr>
            <a:lvl2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Body copy 14 </a:t>
            </a:r>
            <a:r>
              <a:rPr lang="en-US" err="1"/>
              <a:t>Cavorest</a:t>
            </a:r>
            <a:r>
              <a:rPr lang="en-US"/>
              <a:t> a </a:t>
            </a:r>
            <a:r>
              <a:rPr lang="en-US" err="1"/>
              <a:t>aut</a:t>
            </a:r>
            <a:r>
              <a:rPr lang="en-US"/>
              <a:t> arum </a:t>
            </a:r>
            <a:r>
              <a:rPr lang="en-US" err="1"/>
              <a:t>quam</a:t>
            </a:r>
            <a:r>
              <a:rPr lang="en-US"/>
              <a:t> id eat ape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sincit</a:t>
            </a:r>
            <a:r>
              <a:rPr lang="en-US"/>
              <a:t>, </a:t>
            </a:r>
            <a:r>
              <a:rPr lang="en-US" err="1"/>
              <a:t>omnimusdae</a:t>
            </a:r>
            <a:r>
              <a:rPr lang="en-US"/>
              <a:t>. </a:t>
            </a:r>
            <a:r>
              <a:rPr lang="en-US" err="1"/>
              <a:t>Icaecatur</a:t>
            </a:r>
            <a:r>
              <a:rPr lang="en-US"/>
              <a:t>. </a:t>
            </a:r>
            <a:r>
              <a:rPr lang="en-US" err="1"/>
              <a:t>Boribus</a:t>
            </a:r>
            <a:r>
              <a:rPr lang="en-US"/>
              <a:t> </a:t>
            </a:r>
            <a:r>
              <a:rPr lang="en-US" err="1"/>
              <a:t>sinctius</a:t>
            </a:r>
            <a:r>
              <a:rPr lang="en-US"/>
              <a:t> </a:t>
            </a:r>
            <a:r>
              <a:rPr lang="en-US" err="1"/>
              <a:t>nimaxime</a:t>
            </a:r>
            <a:r>
              <a:rPr lang="en-US"/>
              <a:t> </a:t>
            </a:r>
            <a:r>
              <a:rPr lang="en-US" err="1"/>
              <a:t>nonsequibus</a:t>
            </a:r>
            <a:r>
              <a:rPr lang="en-US"/>
              <a:t> </a:t>
            </a:r>
            <a:r>
              <a:rPr lang="en-US" err="1"/>
              <a:t>dollendis</a:t>
            </a:r>
            <a:r>
              <a:rPr lang="en-US"/>
              <a:t> as </a:t>
            </a:r>
            <a:r>
              <a:rPr lang="en-US" err="1"/>
              <a:t>autestiatur</a:t>
            </a:r>
            <a:r>
              <a:rPr lang="en-US"/>
              <a:t>. </a:t>
            </a:r>
          </a:p>
          <a:p>
            <a:pPr lvl="0"/>
            <a:endParaRPr lang="en-US"/>
          </a:p>
          <a:p>
            <a:pPr lvl="0"/>
            <a:r>
              <a:rPr lang="en-US"/>
              <a:t>Body copy 14 </a:t>
            </a:r>
            <a:r>
              <a:rPr lang="en-US" err="1"/>
              <a:t>Cavorest</a:t>
            </a:r>
            <a:r>
              <a:rPr lang="en-US"/>
              <a:t> a </a:t>
            </a:r>
            <a:r>
              <a:rPr lang="en-US" err="1"/>
              <a:t>aut</a:t>
            </a:r>
            <a:r>
              <a:rPr lang="en-US"/>
              <a:t> arum </a:t>
            </a:r>
            <a:r>
              <a:rPr lang="en-US" err="1"/>
              <a:t>quam</a:t>
            </a:r>
            <a:r>
              <a:rPr lang="en-US"/>
              <a:t> id eat ape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sincit</a:t>
            </a:r>
            <a:r>
              <a:rPr lang="en-US"/>
              <a:t>, </a:t>
            </a:r>
            <a:r>
              <a:rPr lang="en-US" err="1"/>
              <a:t>omnimusdae</a:t>
            </a:r>
            <a:r>
              <a:rPr lang="en-US"/>
              <a:t>. </a:t>
            </a:r>
            <a:r>
              <a:rPr lang="en-US" err="1"/>
              <a:t>Icaecatur</a:t>
            </a:r>
            <a:r>
              <a:rPr lang="en-US"/>
              <a:t>. </a:t>
            </a:r>
            <a:r>
              <a:rPr lang="en-US" err="1"/>
              <a:t>Boribus</a:t>
            </a:r>
            <a:r>
              <a:rPr lang="en-US"/>
              <a:t> </a:t>
            </a:r>
            <a:r>
              <a:rPr lang="en-US" err="1"/>
              <a:t>sinctius</a:t>
            </a:r>
            <a:r>
              <a:rPr lang="en-US"/>
              <a:t> </a:t>
            </a:r>
            <a:r>
              <a:rPr lang="en-US" err="1"/>
              <a:t>nimaxime</a:t>
            </a:r>
            <a:r>
              <a:rPr lang="en-US"/>
              <a:t> </a:t>
            </a:r>
            <a:r>
              <a:rPr lang="en-US" err="1"/>
              <a:t>nonsequibus</a:t>
            </a:r>
            <a:r>
              <a:rPr lang="en-US"/>
              <a:t> </a:t>
            </a:r>
            <a:r>
              <a:rPr lang="en-US" err="1"/>
              <a:t>dollendis</a:t>
            </a:r>
            <a:r>
              <a:rPr lang="en-US"/>
              <a:t> as </a:t>
            </a:r>
            <a:r>
              <a:rPr lang="en-US" err="1"/>
              <a:t>autestiatur</a:t>
            </a:r>
            <a:r>
              <a:rPr lang="en-US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693854987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5138" y="632779"/>
            <a:ext cx="11533187" cy="4111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3200"/>
              </a:lnSpc>
              <a:defRPr sz="2800">
                <a:solidFill>
                  <a:srgbClr val="000000"/>
                </a:solidFill>
              </a:defRPr>
            </a:lvl1pPr>
          </a:lstStyle>
          <a:p>
            <a:r>
              <a:rPr lang="en-US"/>
              <a:t>Text option 2: two columns copy heavy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99E39B6D-21AF-485C-B606-D6EA248988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5138" y="2410676"/>
            <a:ext cx="3690937" cy="22051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800"/>
              </a:lnSpc>
              <a:spcBef>
                <a:spcPts val="900"/>
              </a:spcBef>
              <a:buNone/>
              <a:defRPr lang="en-US" sz="1400" b="0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ts val="1800"/>
              </a:lnSpc>
              <a:spcBef>
                <a:spcPts val="45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400">
                <a:solidFill>
                  <a:srgbClr val="000000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>
              <a:spcBef>
                <a:spcPts val="1200"/>
              </a:spcBef>
            </a:pPr>
            <a:r>
              <a:rPr lang="en-US" b="0">
                <a:solidFill>
                  <a:schemeClr val="tx2"/>
                </a:solidFill>
                <a:latin typeface="+mj-lt"/>
              </a:rPr>
              <a:t>Paragraph title Segoe UI </a:t>
            </a:r>
            <a:r>
              <a:rPr lang="en-US" b="0" err="1">
                <a:solidFill>
                  <a:schemeClr val="tx2"/>
                </a:solidFill>
                <a:latin typeface="+mj-lt"/>
              </a:rPr>
              <a:t>Semibold</a:t>
            </a:r>
            <a:r>
              <a:rPr lang="en-US" b="0">
                <a:solidFill>
                  <a:schemeClr val="tx2"/>
                </a:solidFill>
                <a:latin typeface="+mj-lt"/>
              </a:rPr>
              <a:t> 14/18</a:t>
            </a:r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D0D85DDD-B7EA-4D73-BA98-A5ACF1DB2D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89438" y="2410676"/>
            <a:ext cx="3690937" cy="22051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800"/>
              </a:lnSpc>
              <a:spcBef>
                <a:spcPts val="900"/>
              </a:spcBef>
              <a:buNone/>
              <a:defRPr lang="en-US" sz="1400" b="0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ts val="1800"/>
              </a:lnSpc>
              <a:spcBef>
                <a:spcPts val="45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400">
                <a:solidFill>
                  <a:srgbClr val="000000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>
              <a:spcBef>
                <a:spcPts val="1200"/>
              </a:spcBef>
            </a:pPr>
            <a:r>
              <a:rPr lang="en-US" b="0">
                <a:solidFill>
                  <a:schemeClr val="tx2"/>
                </a:solidFill>
                <a:latin typeface="+mj-lt"/>
              </a:rPr>
              <a:t>Paragraph title Segoe UI </a:t>
            </a:r>
            <a:r>
              <a:rPr lang="en-US" b="0" err="1">
                <a:solidFill>
                  <a:schemeClr val="tx2"/>
                </a:solidFill>
                <a:latin typeface="+mj-lt"/>
              </a:rPr>
              <a:t>Semibold</a:t>
            </a:r>
            <a:r>
              <a:rPr lang="en-US" b="0">
                <a:solidFill>
                  <a:schemeClr val="tx2"/>
                </a:solidFill>
                <a:latin typeface="+mj-lt"/>
              </a:rPr>
              <a:t> 14/18</a:t>
            </a:r>
            <a:endParaRPr lang="en-US"/>
          </a:p>
        </p:txBody>
      </p:sp>
      <p:sp>
        <p:nvSpPr>
          <p:cNvPr id="13" name="Text Box 3">
            <a:extLst>
              <a:ext uri="{FF2B5EF4-FFF2-40B4-BE49-F238E27FC236}">
                <a16:creationId xmlns:a16="http://schemas.microsoft.com/office/drawing/2014/main" id="{CCDF1654-4D2D-794C-BBB7-E1447C036FDB}"/>
              </a:ext>
            </a:extLst>
          </p:cNvPr>
          <p:cNvSpPr txBox="1">
            <a:spLocks noChangeArrowheads="1"/>
          </p:cNvSpPr>
          <p:nvPr userDrawn="1"/>
        </p:nvSpPr>
        <p:spPr bwMode="blackWhite">
          <a:xfrm>
            <a:off x="463276" y="6583680"/>
            <a:ext cx="11533187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accent6">
                    <a:lumMod val="75000"/>
                  </a:schemeClr>
                </a:solidFill>
                <a:cs typeface="Segoe UI" pitchFamily="34" charset="0"/>
              </a:rPr>
              <a:t>©Microsoft Corporation									                                                                                                                                             Azure 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82A6E05B-C65A-8C44-AC8B-AA08746E666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5138" y="2645384"/>
            <a:ext cx="3690937" cy="20671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8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 spc="0">
                <a:solidFill>
                  <a:srgbClr val="000000"/>
                </a:solidFill>
                <a:latin typeface="+mn-lt"/>
              </a:defRPr>
            </a:lvl1pPr>
            <a:lvl2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Body copy 14 </a:t>
            </a:r>
            <a:r>
              <a:rPr lang="en-US" err="1"/>
              <a:t>Cavorest</a:t>
            </a:r>
            <a:r>
              <a:rPr lang="en-US"/>
              <a:t> a </a:t>
            </a:r>
            <a:r>
              <a:rPr lang="en-US" err="1"/>
              <a:t>aut</a:t>
            </a:r>
            <a:r>
              <a:rPr lang="en-US"/>
              <a:t> arum </a:t>
            </a:r>
            <a:r>
              <a:rPr lang="en-US" err="1"/>
              <a:t>quam</a:t>
            </a:r>
            <a:r>
              <a:rPr lang="en-US"/>
              <a:t> id eat ape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sincit</a:t>
            </a:r>
            <a:r>
              <a:rPr lang="en-US"/>
              <a:t>, </a:t>
            </a:r>
            <a:r>
              <a:rPr lang="en-US" err="1"/>
              <a:t>omnimusdae</a:t>
            </a:r>
            <a:r>
              <a:rPr lang="en-US"/>
              <a:t>. </a:t>
            </a:r>
            <a:r>
              <a:rPr lang="en-US" err="1"/>
              <a:t>Icaecatur</a:t>
            </a:r>
            <a:r>
              <a:rPr lang="en-US"/>
              <a:t>. </a:t>
            </a:r>
            <a:r>
              <a:rPr lang="en-US" err="1"/>
              <a:t>Boribus</a:t>
            </a:r>
            <a:r>
              <a:rPr lang="en-US"/>
              <a:t> </a:t>
            </a:r>
            <a:r>
              <a:rPr lang="en-US" err="1"/>
              <a:t>sinctius</a:t>
            </a:r>
            <a:r>
              <a:rPr lang="en-US"/>
              <a:t> </a:t>
            </a:r>
            <a:r>
              <a:rPr lang="en-US" err="1"/>
              <a:t>nimaxime</a:t>
            </a:r>
            <a:r>
              <a:rPr lang="en-US"/>
              <a:t> </a:t>
            </a:r>
            <a:r>
              <a:rPr lang="en-US" err="1"/>
              <a:t>nonsequibus</a:t>
            </a:r>
            <a:r>
              <a:rPr lang="en-US"/>
              <a:t> </a:t>
            </a:r>
            <a:r>
              <a:rPr lang="en-US" err="1"/>
              <a:t>dollendis</a:t>
            </a:r>
            <a:r>
              <a:rPr lang="en-US"/>
              <a:t> as </a:t>
            </a:r>
            <a:r>
              <a:rPr lang="en-US" err="1"/>
              <a:t>autestiatur</a:t>
            </a:r>
            <a:r>
              <a:rPr lang="en-US"/>
              <a:t>. </a:t>
            </a:r>
          </a:p>
          <a:p>
            <a:pPr lvl="0"/>
            <a:endParaRPr lang="en-US"/>
          </a:p>
          <a:p>
            <a:pPr lvl="0"/>
            <a:r>
              <a:rPr lang="en-US"/>
              <a:t>Body copy 14 </a:t>
            </a:r>
            <a:r>
              <a:rPr lang="en-US" err="1"/>
              <a:t>Cavorest</a:t>
            </a:r>
            <a:r>
              <a:rPr lang="en-US"/>
              <a:t> a </a:t>
            </a:r>
            <a:r>
              <a:rPr lang="en-US" err="1"/>
              <a:t>aut</a:t>
            </a:r>
            <a:r>
              <a:rPr lang="en-US"/>
              <a:t> arum </a:t>
            </a:r>
            <a:r>
              <a:rPr lang="en-US" err="1"/>
              <a:t>quam</a:t>
            </a:r>
            <a:r>
              <a:rPr lang="en-US"/>
              <a:t> id eat ape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sincit</a:t>
            </a:r>
            <a:r>
              <a:rPr lang="en-US"/>
              <a:t>, </a:t>
            </a:r>
            <a:r>
              <a:rPr lang="en-US" err="1"/>
              <a:t>omnimusdae</a:t>
            </a:r>
            <a:r>
              <a:rPr lang="en-US"/>
              <a:t>. </a:t>
            </a:r>
            <a:r>
              <a:rPr lang="en-US" err="1"/>
              <a:t>Icaecatur</a:t>
            </a:r>
            <a:r>
              <a:rPr lang="en-US"/>
              <a:t>. </a:t>
            </a:r>
            <a:r>
              <a:rPr lang="en-US" err="1"/>
              <a:t>Boribus</a:t>
            </a:r>
            <a:r>
              <a:rPr lang="en-US"/>
              <a:t> </a:t>
            </a:r>
            <a:r>
              <a:rPr lang="en-US" err="1"/>
              <a:t>sinctius</a:t>
            </a:r>
            <a:r>
              <a:rPr lang="en-US"/>
              <a:t> </a:t>
            </a:r>
            <a:r>
              <a:rPr lang="en-US" err="1"/>
              <a:t>nimaxime</a:t>
            </a:r>
            <a:r>
              <a:rPr lang="en-US"/>
              <a:t> </a:t>
            </a:r>
            <a:r>
              <a:rPr lang="en-US" err="1"/>
              <a:t>nonsequibus</a:t>
            </a:r>
            <a:r>
              <a:rPr lang="en-US"/>
              <a:t> </a:t>
            </a:r>
            <a:r>
              <a:rPr lang="en-US" err="1"/>
              <a:t>dollendis</a:t>
            </a:r>
            <a:r>
              <a:rPr lang="en-US"/>
              <a:t> as </a:t>
            </a:r>
            <a:r>
              <a:rPr lang="en-US" err="1"/>
              <a:t>autestiatur</a:t>
            </a:r>
            <a:r>
              <a:rPr lang="en-US"/>
              <a:t>. 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D52482AC-A354-B546-9AAD-B3E02851204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72768" y="2645384"/>
            <a:ext cx="3690937" cy="20671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8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 spc="0">
                <a:solidFill>
                  <a:srgbClr val="000000"/>
                </a:solidFill>
                <a:latin typeface="+mn-lt"/>
              </a:defRPr>
            </a:lvl1pPr>
            <a:lvl2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Body copy 14 </a:t>
            </a:r>
            <a:r>
              <a:rPr lang="en-US" err="1"/>
              <a:t>Cavorest</a:t>
            </a:r>
            <a:r>
              <a:rPr lang="en-US"/>
              <a:t> a </a:t>
            </a:r>
            <a:r>
              <a:rPr lang="en-US" err="1"/>
              <a:t>aut</a:t>
            </a:r>
            <a:r>
              <a:rPr lang="en-US"/>
              <a:t> arum </a:t>
            </a:r>
            <a:r>
              <a:rPr lang="en-US" err="1"/>
              <a:t>quam</a:t>
            </a:r>
            <a:r>
              <a:rPr lang="en-US"/>
              <a:t> id eat ape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sincit</a:t>
            </a:r>
            <a:r>
              <a:rPr lang="en-US"/>
              <a:t>, </a:t>
            </a:r>
            <a:r>
              <a:rPr lang="en-US" err="1"/>
              <a:t>omnimusdae</a:t>
            </a:r>
            <a:r>
              <a:rPr lang="en-US"/>
              <a:t>. </a:t>
            </a:r>
            <a:r>
              <a:rPr lang="en-US" err="1"/>
              <a:t>Icaecatur</a:t>
            </a:r>
            <a:r>
              <a:rPr lang="en-US"/>
              <a:t>. </a:t>
            </a:r>
            <a:r>
              <a:rPr lang="en-US" err="1"/>
              <a:t>Boribus</a:t>
            </a:r>
            <a:r>
              <a:rPr lang="en-US"/>
              <a:t> </a:t>
            </a:r>
            <a:r>
              <a:rPr lang="en-US" err="1"/>
              <a:t>sinctius</a:t>
            </a:r>
            <a:r>
              <a:rPr lang="en-US"/>
              <a:t> </a:t>
            </a:r>
            <a:r>
              <a:rPr lang="en-US" err="1"/>
              <a:t>nimaxime</a:t>
            </a:r>
            <a:r>
              <a:rPr lang="en-US"/>
              <a:t> </a:t>
            </a:r>
            <a:r>
              <a:rPr lang="en-US" err="1"/>
              <a:t>nonsequibus</a:t>
            </a:r>
            <a:r>
              <a:rPr lang="en-US"/>
              <a:t> </a:t>
            </a:r>
            <a:r>
              <a:rPr lang="en-US" err="1"/>
              <a:t>dollendis</a:t>
            </a:r>
            <a:r>
              <a:rPr lang="en-US"/>
              <a:t> as </a:t>
            </a:r>
            <a:r>
              <a:rPr lang="en-US" err="1"/>
              <a:t>autestiatur</a:t>
            </a:r>
            <a:r>
              <a:rPr lang="en-US"/>
              <a:t>. </a:t>
            </a:r>
          </a:p>
          <a:p>
            <a:pPr lvl="0"/>
            <a:endParaRPr lang="en-US"/>
          </a:p>
          <a:p>
            <a:pPr lvl="0"/>
            <a:r>
              <a:rPr lang="en-US"/>
              <a:t>Body copy 14 </a:t>
            </a:r>
            <a:r>
              <a:rPr lang="en-US" err="1"/>
              <a:t>Cavorest</a:t>
            </a:r>
            <a:r>
              <a:rPr lang="en-US"/>
              <a:t> a </a:t>
            </a:r>
            <a:r>
              <a:rPr lang="en-US" err="1"/>
              <a:t>aut</a:t>
            </a:r>
            <a:r>
              <a:rPr lang="en-US"/>
              <a:t> arum </a:t>
            </a:r>
            <a:r>
              <a:rPr lang="en-US" err="1"/>
              <a:t>quam</a:t>
            </a:r>
            <a:r>
              <a:rPr lang="en-US"/>
              <a:t> id eat ape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sincit</a:t>
            </a:r>
            <a:r>
              <a:rPr lang="en-US"/>
              <a:t>, </a:t>
            </a:r>
            <a:r>
              <a:rPr lang="en-US" err="1"/>
              <a:t>omnimusdae</a:t>
            </a:r>
            <a:r>
              <a:rPr lang="en-US"/>
              <a:t>. </a:t>
            </a:r>
            <a:r>
              <a:rPr lang="en-US" err="1"/>
              <a:t>Icaecatur</a:t>
            </a:r>
            <a:r>
              <a:rPr lang="en-US"/>
              <a:t>. </a:t>
            </a:r>
            <a:r>
              <a:rPr lang="en-US" err="1"/>
              <a:t>Boribus</a:t>
            </a:r>
            <a:r>
              <a:rPr lang="en-US"/>
              <a:t> </a:t>
            </a:r>
            <a:r>
              <a:rPr lang="en-US" err="1"/>
              <a:t>sinctius</a:t>
            </a:r>
            <a:r>
              <a:rPr lang="en-US"/>
              <a:t> </a:t>
            </a:r>
            <a:r>
              <a:rPr lang="en-US" err="1"/>
              <a:t>nimaxime</a:t>
            </a:r>
            <a:r>
              <a:rPr lang="en-US"/>
              <a:t> </a:t>
            </a:r>
            <a:r>
              <a:rPr lang="en-US" err="1"/>
              <a:t>nonsequibus</a:t>
            </a:r>
            <a:r>
              <a:rPr lang="en-US"/>
              <a:t> </a:t>
            </a:r>
            <a:r>
              <a:rPr lang="en-US" err="1"/>
              <a:t>dollendis</a:t>
            </a:r>
            <a:r>
              <a:rPr lang="en-US"/>
              <a:t> as </a:t>
            </a:r>
            <a:r>
              <a:rPr lang="en-US" err="1"/>
              <a:t>autestiatur</a:t>
            </a:r>
            <a:r>
              <a:rPr lang="en-US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118396200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8307388" y="1631566"/>
            <a:ext cx="3681793" cy="316550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4395406" y="1631567"/>
            <a:ext cx="3684970" cy="316109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4280" y="1631568"/>
            <a:ext cx="3681793" cy="31699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5138" y="632779"/>
            <a:ext cx="11533187" cy="4111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3200"/>
              </a:lnSpc>
              <a:defRPr sz="2800">
                <a:solidFill>
                  <a:srgbClr val="000000"/>
                </a:solidFill>
              </a:defRPr>
            </a:lvl1pPr>
          </a:lstStyle>
          <a:p>
            <a:r>
              <a:rPr lang="en-US"/>
              <a:t>Text option 3: three columns images and text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465138" y="5026024"/>
            <a:ext cx="3690937" cy="22051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800"/>
              </a:lnSpc>
              <a:spcBef>
                <a:spcPts val="900"/>
              </a:spcBef>
              <a:buNone/>
              <a:defRPr lang="en-US" sz="1400" b="0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ts val="1800"/>
              </a:lnSpc>
              <a:spcBef>
                <a:spcPts val="45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400">
                <a:solidFill>
                  <a:srgbClr val="000000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>
              <a:spcBef>
                <a:spcPts val="1200"/>
              </a:spcBef>
            </a:pPr>
            <a:r>
              <a:rPr lang="en-US" b="0">
                <a:solidFill>
                  <a:schemeClr val="tx2"/>
                </a:solidFill>
                <a:latin typeface="+mj-lt"/>
              </a:rPr>
              <a:t>Paragraph title Segoe UI </a:t>
            </a:r>
            <a:r>
              <a:rPr lang="en-US" b="0" err="1">
                <a:solidFill>
                  <a:schemeClr val="tx2"/>
                </a:solidFill>
                <a:latin typeface="+mj-lt"/>
              </a:rPr>
              <a:t>Semibold</a:t>
            </a:r>
            <a:r>
              <a:rPr lang="en-US" b="0">
                <a:solidFill>
                  <a:schemeClr val="tx2"/>
                </a:solidFill>
                <a:latin typeface="+mj-lt"/>
              </a:rPr>
              <a:t> 14/18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8307388" y="5026024"/>
            <a:ext cx="3690937" cy="22051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800"/>
              </a:lnSpc>
              <a:spcBef>
                <a:spcPts val="900"/>
              </a:spcBef>
              <a:buNone/>
              <a:defRPr lang="en-US" sz="1400" b="0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ts val="1800"/>
              </a:lnSpc>
              <a:spcBef>
                <a:spcPts val="45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400">
                <a:solidFill>
                  <a:srgbClr val="000000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>
              <a:spcBef>
                <a:spcPts val="1200"/>
              </a:spcBef>
            </a:pPr>
            <a:r>
              <a:rPr lang="en-US" b="0">
                <a:solidFill>
                  <a:schemeClr val="tx2"/>
                </a:solidFill>
                <a:latin typeface="+mj-lt"/>
              </a:rPr>
              <a:t>Paragraph title Segoe UI </a:t>
            </a:r>
            <a:r>
              <a:rPr lang="en-US" b="0" err="1">
                <a:solidFill>
                  <a:schemeClr val="tx2"/>
                </a:solidFill>
                <a:latin typeface="+mj-lt"/>
              </a:rPr>
              <a:t>Semibold</a:t>
            </a:r>
            <a:r>
              <a:rPr lang="en-US" b="0">
                <a:solidFill>
                  <a:schemeClr val="tx2"/>
                </a:solidFill>
                <a:latin typeface="+mj-lt"/>
              </a:rPr>
              <a:t> 14/18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197742EC-5845-4BB1-84A3-00C1CF89012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89438" y="5026024"/>
            <a:ext cx="3690937" cy="22051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800"/>
              </a:lnSpc>
              <a:spcBef>
                <a:spcPts val="900"/>
              </a:spcBef>
              <a:buNone/>
              <a:defRPr lang="en-US" sz="1400" b="0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ts val="1800"/>
              </a:lnSpc>
              <a:spcBef>
                <a:spcPts val="45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400">
                <a:solidFill>
                  <a:srgbClr val="000000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>
              <a:spcBef>
                <a:spcPts val="1200"/>
              </a:spcBef>
            </a:pPr>
            <a:r>
              <a:rPr lang="en-US" b="0">
                <a:solidFill>
                  <a:schemeClr val="tx2"/>
                </a:solidFill>
                <a:latin typeface="+mj-lt"/>
              </a:rPr>
              <a:t>Paragraph title Segoe UI </a:t>
            </a:r>
            <a:r>
              <a:rPr lang="en-US" b="0" err="1">
                <a:solidFill>
                  <a:schemeClr val="tx2"/>
                </a:solidFill>
                <a:latin typeface="+mj-lt"/>
              </a:rPr>
              <a:t>Semibold</a:t>
            </a:r>
            <a:r>
              <a:rPr lang="en-US" b="0">
                <a:solidFill>
                  <a:schemeClr val="tx2"/>
                </a:solidFill>
                <a:latin typeface="+mj-lt"/>
              </a:rPr>
              <a:t> 14/18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01F238-570E-E648-9E57-DAA86A7A8ED3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74663" y="2939529"/>
            <a:ext cx="3681412" cy="55399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Drop photo here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877AA6F-F5D0-8349-8D7F-7A036C53AFE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389438" y="2932948"/>
            <a:ext cx="3690937" cy="55399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Drop photo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83A4321-3796-F044-9126-51A6AA308B77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307388" y="2946446"/>
            <a:ext cx="3681412" cy="55399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Drop photo here</a:t>
            </a:r>
          </a:p>
        </p:txBody>
      </p:sp>
      <p:sp>
        <p:nvSpPr>
          <p:cNvPr id="18" name="Text Box 3">
            <a:extLst>
              <a:ext uri="{FF2B5EF4-FFF2-40B4-BE49-F238E27FC236}">
                <a16:creationId xmlns:a16="http://schemas.microsoft.com/office/drawing/2014/main" id="{06DC0489-95B2-B74C-8FE4-80E75D67DE41}"/>
              </a:ext>
            </a:extLst>
          </p:cNvPr>
          <p:cNvSpPr txBox="1">
            <a:spLocks noChangeArrowheads="1"/>
          </p:cNvSpPr>
          <p:nvPr userDrawn="1"/>
        </p:nvSpPr>
        <p:spPr bwMode="blackWhite">
          <a:xfrm>
            <a:off x="463276" y="6583680"/>
            <a:ext cx="11533187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accent6">
                    <a:lumMod val="75000"/>
                  </a:schemeClr>
                </a:solidFill>
                <a:cs typeface="Segoe UI" pitchFamily="34" charset="0"/>
              </a:rPr>
              <a:t>©Microsoft Corporation									                                                                                                                                             Azure 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F22038DD-9076-B34B-B54A-107DF3F024E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4280" y="5260328"/>
            <a:ext cx="3690937" cy="9129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8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 spc="0">
                <a:solidFill>
                  <a:srgbClr val="000000"/>
                </a:solidFill>
                <a:latin typeface="+mn-lt"/>
              </a:defRPr>
            </a:lvl1pPr>
            <a:lvl2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Body copy 14 </a:t>
            </a:r>
            <a:r>
              <a:rPr lang="en-US" err="1"/>
              <a:t>Cavorest</a:t>
            </a:r>
            <a:r>
              <a:rPr lang="en-US"/>
              <a:t> a </a:t>
            </a:r>
            <a:r>
              <a:rPr lang="en-US" err="1"/>
              <a:t>aut</a:t>
            </a:r>
            <a:r>
              <a:rPr lang="en-US"/>
              <a:t> arum </a:t>
            </a:r>
            <a:r>
              <a:rPr lang="en-US" err="1"/>
              <a:t>quam</a:t>
            </a:r>
            <a:r>
              <a:rPr lang="en-US"/>
              <a:t> id eat ape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sincit</a:t>
            </a:r>
            <a:r>
              <a:rPr lang="en-US"/>
              <a:t>, </a:t>
            </a:r>
            <a:r>
              <a:rPr lang="en-US" err="1"/>
              <a:t>omnimusdae</a:t>
            </a:r>
            <a:r>
              <a:rPr lang="en-US"/>
              <a:t>. </a:t>
            </a:r>
            <a:r>
              <a:rPr lang="en-US" err="1"/>
              <a:t>Icaecatur</a:t>
            </a:r>
            <a:r>
              <a:rPr lang="en-US"/>
              <a:t>. </a:t>
            </a:r>
            <a:r>
              <a:rPr lang="en-US" err="1"/>
              <a:t>Boribus</a:t>
            </a:r>
            <a:r>
              <a:rPr lang="en-US"/>
              <a:t> </a:t>
            </a:r>
            <a:r>
              <a:rPr lang="en-US" err="1"/>
              <a:t>sinctius</a:t>
            </a:r>
            <a:r>
              <a:rPr lang="en-US"/>
              <a:t> </a:t>
            </a:r>
            <a:r>
              <a:rPr lang="en-US" err="1"/>
              <a:t>nimaxime</a:t>
            </a:r>
            <a:r>
              <a:rPr lang="en-US"/>
              <a:t> </a:t>
            </a:r>
            <a:r>
              <a:rPr lang="en-US" err="1"/>
              <a:t>nonsequibus</a:t>
            </a:r>
            <a:r>
              <a:rPr lang="en-US"/>
              <a:t> </a:t>
            </a:r>
            <a:r>
              <a:rPr lang="en-US" err="1"/>
              <a:t>dollendis</a:t>
            </a:r>
            <a:r>
              <a:rPr lang="en-US"/>
              <a:t> as </a:t>
            </a:r>
            <a:r>
              <a:rPr lang="en-US" err="1"/>
              <a:t>autestiatur</a:t>
            </a:r>
            <a:r>
              <a:rPr lang="en-US"/>
              <a:t>. 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B0C89B53-FA50-F248-AD0B-933DE098D70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92422" y="5260328"/>
            <a:ext cx="3690937" cy="9129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8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 spc="0">
                <a:solidFill>
                  <a:srgbClr val="000000"/>
                </a:solidFill>
                <a:latin typeface="+mn-lt"/>
              </a:defRPr>
            </a:lvl1pPr>
            <a:lvl2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Body copy 14 </a:t>
            </a:r>
            <a:r>
              <a:rPr lang="en-US" err="1"/>
              <a:t>Cavorest</a:t>
            </a:r>
            <a:r>
              <a:rPr lang="en-US"/>
              <a:t> a </a:t>
            </a:r>
            <a:r>
              <a:rPr lang="en-US" err="1"/>
              <a:t>aut</a:t>
            </a:r>
            <a:r>
              <a:rPr lang="en-US"/>
              <a:t> arum </a:t>
            </a:r>
            <a:r>
              <a:rPr lang="en-US" err="1"/>
              <a:t>quam</a:t>
            </a:r>
            <a:r>
              <a:rPr lang="en-US"/>
              <a:t> id eat ape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sincit</a:t>
            </a:r>
            <a:r>
              <a:rPr lang="en-US"/>
              <a:t>, </a:t>
            </a:r>
            <a:r>
              <a:rPr lang="en-US" err="1"/>
              <a:t>omnimusdae</a:t>
            </a:r>
            <a:r>
              <a:rPr lang="en-US"/>
              <a:t>. </a:t>
            </a:r>
            <a:r>
              <a:rPr lang="en-US" err="1"/>
              <a:t>Icaecatur</a:t>
            </a:r>
            <a:r>
              <a:rPr lang="en-US"/>
              <a:t>. </a:t>
            </a:r>
            <a:r>
              <a:rPr lang="en-US" err="1"/>
              <a:t>Boribus</a:t>
            </a:r>
            <a:r>
              <a:rPr lang="en-US"/>
              <a:t> </a:t>
            </a:r>
            <a:r>
              <a:rPr lang="en-US" err="1"/>
              <a:t>sinctius</a:t>
            </a:r>
            <a:r>
              <a:rPr lang="en-US"/>
              <a:t> </a:t>
            </a:r>
            <a:r>
              <a:rPr lang="en-US" err="1"/>
              <a:t>nimaxime</a:t>
            </a:r>
            <a:r>
              <a:rPr lang="en-US"/>
              <a:t> </a:t>
            </a:r>
            <a:r>
              <a:rPr lang="en-US" err="1"/>
              <a:t>nonsequibus</a:t>
            </a:r>
            <a:r>
              <a:rPr lang="en-US"/>
              <a:t> </a:t>
            </a:r>
            <a:r>
              <a:rPr lang="en-US" err="1"/>
              <a:t>dollendis</a:t>
            </a:r>
            <a:r>
              <a:rPr lang="en-US"/>
              <a:t> as </a:t>
            </a:r>
            <a:r>
              <a:rPr lang="en-US" err="1"/>
              <a:t>autestiatur</a:t>
            </a:r>
            <a:r>
              <a:rPr lang="en-US"/>
              <a:t>. 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C11EA858-BBCA-2149-9368-C1FDBC6C8DF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307388" y="5260328"/>
            <a:ext cx="3690937" cy="9129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8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 spc="0">
                <a:solidFill>
                  <a:srgbClr val="000000"/>
                </a:solidFill>
                <a:latin typeface="+mn-lt"/>
              </a:defRPr>
            </a:lvl1pPr>
            <a:lvl2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Body copy 14 </a:t>
            </a:r>
            <a:r>
              <a:rPr lang="en-US" err="1"/>
              <a:t>Cavorest</a:t>
            </a:r>
            <a:r>
              <a:rPr lang="en-US"/>
              <a:t> a </a:t>
            </a:r>
            <a:r>
              <a:rPr lang="en-US" err="1"/>
              <a:t>aut</a:t>
            </a:r>
            <a:r>
              <a:rPr lang="en-US"/>
              <a:t> arum </a:t>
            </a:r>
            <a:r>
              <a:rPr lang="en-US" err="1"/>
              <a:t>quam</a:t>
            </a:r>
            <a:r>
              <a:rPr lang="en-US"/>
              <a:t> id eat ape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sincit</a:t>
            </a:r>
            <a:r>
              <a:rPr lang="en-US"/>
              <a:t>, </a:t>
            </a:r>
            <a:r>
              <a:rPr lang="en-US" err="1"/>
              <a:t>omnimusdae</a:t>
            </a:r>
            <a:r>
              <a:rPr lang="en-US"/>
              <a:t>. </a:t>
            </a:r>
            <a:r>
              <a:rPr lang="en-US" err="1"/>
              <a:t>Icaecatur</a:t>
            </a:r>
            <a:r>
              <a:rPr lang="en-US"/>
              <a:t>. </a:t>
            </a:r>
            <a:r>
              <a:rPr lang="en-US" err="1"/>
              <a:t>Boribus</a:t>
            </a:r>
            <a:r>
              <a:rPr lang="en-US"/>
              <a:t> </a:t>
            </a:r>
            <a:r>
              <a:rPr lang="en-US" err="1"/>
              <a:t>sinctius</a:t>
            </a:r>
            <a:r>
              <a:rPr lang="en-US"/>
              <a:t> </a:t>
            </a:r>
            <a:r>
              <a:rPr lang="en-US" err="1"/>
              <a:t>nimaxime</a:t>
            </a:r>
            <a:r>
              <a:rPr lang="en-US"/>
              <a:t> </a:t>
            </a:r>
            <a:r>
              <a:rPr lang="en-US" err="1"/>
              <a:t>nonsequibus</a:t>
            </a:r>
            <a:r>
              <a:rPr lang="en-US"/>
              <a:t> </a:t>
            </a:r>
            <a:r>
              <a:rPr lang="en-US" err="1"/>
              <a:t>dollendis</a:t>
            </a:r>
            <a:r>
              <a:rPr lang="en-US"/>
              <a:t> as </a:t>
            </a:r>
            <a:r>
              <a:rPr lang="en-US" err="1"/>
              <a:t>autestiatur</a:t>
            </a:r>
            <a:r>
              <a:rPr lang="en-US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669954851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ontent Placeholder 15"/>
          <p:cNvSpPr>
            <a:spLocks noGrp="1"/>
          </p:cNvSpPr>
          <p:nvPr>
            <p:ph sz="quarter" idx="25" hasCustomPrompt="1"/>
          </p:nvPr>
        </p:nvSpPr>
        <p:spPr>
          <a:xfrm>
            <a:off x="465139" y="2201863"/>
            <a:ext cx="1727200" cy="91368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5138" y="632779"/>
            <a:ext cx="11533187" cy="4111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3200"/>
              </a:lnSpc>
              <a:defRPr sz="2800">
                <a:solidFill>
                  <a:srgbClr val="000000"/>
                </a:solidFill>
              </a:defRPr>
            </a:lvl1pPr>
          </a:lstStyle>
          <a:p>
            <a:r>
              <a:rPr lang="en-US"/>
              <a:t>Text option 4: Six columns (numbered list)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465139" y="3230880"/>
            <a:ext cx="1727200" cy="4513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800"/>
              </a:lnSpc>
              <a:spcBef>
                <a:spcPts val="900"/>
              </a:spcBef>
              <a:buNone/>
              <a:defRPr lang="en-US" sz="1400" b="0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ts val="1800"/>
              </a:lnSpc>
              <a:spcBef>
                <a:spcPts val="45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400">
                <a:solidFill>
                  <a:srgbClr val="000000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marL="0" marR="0" lvl="0" indent="0" algn="l" defTabSz="932742" rtl="0" eaLnBrk="1" fontAlgn="auto" latinLnBrk="0" hangingPunct="1">
              <a:lnSpc>
                <a:spcPts val="1800"/>
              </a:lnSpc>
              <a:spcBef>
                <a:spcPts val="9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Paragraph title Segoe </a:t>
            </a:r>
            <a:r>
              <a:rPr lang="en-US" err="1"/>
              <a:t>Semibold</a:t>
            </a:r>
            <a:r>
              <a:rPr lang="en-US"/>
              <a:t> 14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2426019" y="3230880"/>
            <a:ext cx="1727200" cy="451342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32742" rtl="0" eaLnBrk="1" fontAlgn="auto" latinLnBrk="0" hangingPunct="1">
              <a:lnSpc>
                <a:spcPts val="1800"/>
              </a:lnSpc>
              <a:spcBef>
                <a:spcPts val="9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400" b="0" kern="1200" spc="0" baseline="0" dirty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ts val="1800"/>
              </a:lnSpc>
              <a:spcBef>
                <a:spcPts val="45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400">
                <a:solidFill>
                  <a:srgbClr val="000000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marL="0" marR="0" lvl="0" indent="0" algn="l" defTabSz="932742" rtl="0" eaLnBrk="1" fontAlgn="auto" latinLnBrk="0" hangingPunct="1">
              <a:lnSpc>
                <a:spcPts val="1800"/>
              </a:lnSpc>
              <a:spcBef>
                <a:spcPts val="9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Paragraph title Segoe </a:t>
            </a:r>
            <a:r>
              <a:rPr lang="en-US" err="1"/>
              <a:t>Semibold</a:t>
            </a:r>
            <a:r>
              <a:rPr lang="en-US"/>
              <a:t> 14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386899" y="3230880"/>
            <a:ext cx="1727200" cy="451342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32742" rtl="0" eaLnBrk="1" fontAlgn="auto" latinLnBrk="0" hangingPunct="1">
              <a:lnSpc>
                <a:spcPts val="1800"/>
              </a:lnSpc>
              <a:spcBef>
                <a:spcPts val="9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400" b="0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ts val="1800"/>
              </a:lnSpc>
              <a:spcBef>
                <a:spcPts val="45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400">
                <a:solidFill>
                  <a:srgbClr val="000000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marL="0" marR="0" lvl="0" indent="0" algn="l" defTabSz="932742" rtl="0" eaLnBrk="1" fontAlgn="auto" latinLnBrk="0" hangingPunct="1">
              <a:lnSpc>
                <a:spcPts val="1800"/>
              </a:lnSpc>
              <a:spcBef>
                <a:spcPts val="9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Paragraph title Segoe </a:t>
            </a:r>
            <a:r>
              <a:rPr lang="en-US" err="1"/>
              <a:t>Semibold</a:t>
            </a:r>
            <a:r>
              <a:rPr lang="en-US"/>
              <a:t> 14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6347779" y="3230880"/>
            <a:ext cx="1727200" cy="451342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32742" rtl="0" eaLnBrk="1" fontAlgn="auto" latinLnBrk="0" hangingPunct="1">
              <a:lnSpc>
                <a:spcPts val="1800"/>
              </a:lnSpc>
              <a:spcBef>
                <a:spcPts val="9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400" b="0" kern="1200" spc="0" baseline="0" dirty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ts val="1800"/>
              </a:lnSpc>
              <a:spcBef>
                <a:spcPts val="45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400">
                <a:solidFill>
                  <a:srgbClr val="000000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marL="0" marR="0" lvl="0" indent="0" algn="l" defTabSz="932742" rtl="0" eaLnBrk="1" fontAlgn="auto" latinLnBrk="0" hangingPunct="1">
              <a:lnSpc>
                <a:spcPts val="1800"/>
              </a:lnSpc>
              <a:spcBef>
                <a:spcPts val="9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Paragraph title Segoe </a:t>
            </a:r>
            <a:r>
              <a:rPr lang="en-US" err="1"/>
              <a:t>Semibold</a:t>
            </a:r>
            <a:r>
              <a:rPr lang="en-US"/>
              <a:t> 14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8308659" y="3230880"/>
            <a:ext cx="1727200" cy="451342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32742" rtl="0" eaLnBrk="1" fontAlgn="auto" latinLnBrk="0" hangingPunct="1">
              <a:lnSpc>
                <a:spcPts val="1800"/>
              </a:lnSpc>
              <a:spcBef>
                <a:spcPts val="9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400" b="0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ts val="1800"/>
              </a:lnSpc>
              <a:spcBef>
                <a:spcPts val="45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400">
                <a:solidFill>
                  <a:srgbClr val="000000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marL="0" marR="0" lvl="0" indent="0" algn="l" defTabSz="932742" rtl="0" eaLnBrk="1" fontAlgn="auto" latinLnBrk="0" hangingPunct="1">
              <a:lnSpc>
                <a:spcPts val="1800"/>
              </a:lnSpc>
              <a:spcBef>
                <a:spcPts val="9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Paragraph title Segoe </a:t>
            </a:r>
            <a:r>
              <a:rPr lang="en-US" err="1"/>
              <a:t>Semibold</a:t>
            </a:r>
            <a:r>
              <a:rPr lang="en-US"/>
              <a:t> 14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23" hasCustomPrompt="1"/>
          </p:nvPr>
        </p:nvSpPr>
        <p:spPr>
          <a:xfrm>
            <a:off x="10269538" y="3230880"/>
            <a:ext cx="1727200" cy="451342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32742" rtl="0" eaLnBrk="1" fontAlgn="auto" latinLnBrk="0" hangingPunct="1">
              <a:lnSpc>
                <a:spcPts val="1800"/>
              </a:lnSpc>
              <a:spcBef>
                <a:spcPts val="9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400" b="0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ts val="1800"/>
              </a:lnSpc>
              <a:spcBef>
                <a:spcPts val="45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400">
                <a:solidFill>
                  <a:srgbClr val="000000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marL="0" marR="0" lvl="0" indent="0" algn="l" defTabSz="932742" rtl="0" eaLnBrk="1" fontAlgn="auto" latinLnBrk="0" hangingPunct="1">
              <a:lnSpc>
                <a:spcPts val="1800"/>
              </a:lnSpc>
              <a:spcBef>
                <a:spcPts val="9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Paragraph title Segoe </a:t>
            </a:r>
            <a:r>
              <a:rPr lang="en-US" err="1"/>
              <a:t>Semibold</a:t>
            </a:r>
            <a:r>
              <a:rPr lang="en-US"/>
              <a:t> 14</a:t>
            </a:r>
          </a:p>
        </p:txBody>
      </p:sp>
      <p:sp>
        <p:nvSpPr>
          <p:cNvPr id="25" name="Content Placeholder 15"/>
          <p:cNvSpPr>
            <a:spLocks noGrp="1"/>
          </p:cNvSpPr>
          <p:nvPr>
            <p:ph sz="quarter" idx="26" hasCustomPrompt="1"/>
          </p:nvPr>
        </p:nvSpPr>
        <p:spPr>
          <a:xfrm>
            <a:off x="2426019" y="2201863"/>
            <a:ext cx="1727200" cy="91368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Picture</a:t>
            </a:r>
          </a:p>
        </p:txBody>
      </p:sp>
      <p:sp>
        <p:nvSpPr>
          <p:cNvPr id="26" name="Content Placeholder 15"/>
          <p:cNvSpPr>
            <a:spLocks noGrp="1"/>
          </p:cNvSpPr>
          <p:nvPr>
            <p:ph sz="quarter" idx="27" hasCustomPrompt="1"/>
          </p:nvPr>
        </p:nvSpPr>
        <p:spPr>
          <a:xfrm>
            <a:off x="4386899" y="2201863"/>
            <a:ext cx="1727200" cy="91368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Picture</a:t>
            </a:r>
          </a:p>
        </p:txBody>
      </p:sp>
      <p:sp>
        <p:nvSpPr>
          <p:cNvPr id="27" name="Content Placeholder 15"/>
          <p:cNvSpPr>
            <a:spLocks noGrp="1"/>
          </p:cNvSpPr>
          <p:nvPr>
            <p:ph sz="quarter" idx="28" hasCustomPrompt="1"/>
          </p:nvPr>
        </p:nvSpPr>
        <p:spPr>
          <a:xfrm>
            <a:off x="6347779" y="2201863"/>
            <a:ext cx="1727200" cy="91368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Picture</a:t>
            </a:r>
          </a:p>
        </p:txBody>
      </p:sp>
      <p:sp>
        <p:nvSpPr>
          <p:cNvPr id="28" name="Content Placeholder 15"/>
          <p:cNvSpPr>
            <a:spLocks noGrp="1"/>
          </p:cNvSpPr>
          <p:nvPr>
            <p:ph sz="quarter" idx="29" hasCustomPrompt="1"/>
          </p:nvPr>
        </p:nvSpPr>
        <p:spPr>
          <a:xfrm>
            <a:off x="8308659" y="2201863"/>
            <a:ext cx="1727200" cy="91368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Picture</a:t>
            </a:r>
          </a:p>
        </p:txBody>
      </p:sp>
      <p:sp>
        <p:nvSpPr>
          <p:cNvPr id="29" name="Content Placeholder 15"/>
          <p:cNvSpPr>
            <a:spLocks noGrp="1"/>
          </p:cNvSpPr>
          <p:nvPr>
            <p:ph sz="quarter" idx="30" hasCustomPrompt="1"/>
          </p:nvPr>
        </p:nvSpPr>
        <p:spPr>
          <a:xfrm>
            <a:off x="10269538" y="2201863"/>
            <a:ext cx="1727200" cy="91368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FF16C0-0541-41AD-98F7-A469609E8DC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65139" y="2065338"/>
            <a:ext cx="261936" cy="263525"/>
          </a:xfrm>
          <a:prstGeom prst="rect">
            <a:avLst/>
          </a:prstGeom>
        </p:spPr>
        <p:txBody>
          <a:bodyPr tIns="0" bIns="0"/>
          <a:lstStyle>
            <a:lvl1pPr marL="0" algn="l" defTabSz="932472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defRPr lang="en-US" sz="1000" kern="1200" dirty="0" smtClean="0">
                <a:solidFill>
                  <a:schemeClr val="tx1"/>
                </a:solidFill>
                <a:latin typeface="+mj-lt"/>
                <a:ea typeface="Segoe UI" pitchFamily="34" charset="0"/>
                <a:cs typeface="Segoe UI" pitchFamily="34" charset="0"/>
              </a:defRPr>
            </a:lvl1pPr>
            <a:lvl2pPr marL="0" algn="l" defTabSz="932472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defRPr lang="en-US" sz="1000" kern="1200" dirty="0" smtClean="0">
                <a:solidFill>
                  <a:schemeClr val="tx1"/>
                </a:solidFill>
                <a:latin typeface="+mj-lt"/>
                <a:ea typeface="Segoe UI" pitchFamily="34" charset="0"/>
                <a:cs typeface="Segoe UI" pitchFamily="34" charset="0"/>
              </a:defRPr>
            </a:lvl2pPr>
            <a:lvl3pPr marL="0" algn="l" defTabSz="932472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defRPr lang="en-US" sz="1000" kern="1200" dirty="0" smtClean="0">
                <a:solidFill>
                  <a:schemeClr val="tx1"/>
                </a:solidFill>
                <a:latin typeface="+mj-lt"/>
                <a:ea typeface="Segoe UI" pitchFamily="34" charset="0"/>
                <a:cs typeface="Segoe UI" pitchFamily="34" charset="0"/>
              </a:defRPr>
            </a:lvl3pPr>
            <a:lvl4pPr marL="0" algn="l" defTabSz="932472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defRPr lang="en-US" sz="1000" kern="1200" dirty="0" smtClean="0">
                <a:solidFill>
                  <a:schemeClr val="tx1"/>
                </a:solidFill>
                <a:latin typeface="+mj-lt"/>
                <a:ea typeface="Segoe UI" pitchFamily="34" charset="0"/>
                <a:cs typeface="Segoe UI" pitchFamily="34" charset="0"/>
              </a:defRPr>
            </a:lvl4pPr>
            <a:lvl5pPr marL="0" algn="l" defTabSz="932472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defRPr lang="en-US" sz="1000" kern="1200" dirty="0">
                <a:solidFill>
                  <a:schemeClr val="tx1"/>
                </a:solidFill>
                <a:latin typeface="+mj-lt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/>
              <a:t>1.</a:t>
            </a:r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95171A5B-905D-4832-B11A-13594619F33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427288" y="2065338"/>
            <a:ext cx="261936" cy="263525"/>
          </a:xfrm>
          <a:prstGeom prst="rect">
            <a:avLst/>
          </a:prstGeom>
        </p:spPr>
        <p:txBody>
          <a:bodyPr tIns="0" bIns="0"/>
          <a:lstStyle>
            <a:lvl1pPr marL="0" algn="l" defTabSz="932472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defRPr lang="en-US" sz="1000" kern="1200" dirty="0" smtClean="0">
                <a:solidFill>
                  <a:srgbClr val="000000"/>
                </a:solidFill>
                <a:latin typeface="+mj-lt"/>
                <a:ea typeface="Segoe UI" pitchFamily="34" charset="0"/>
                <a:cs typeface="Segoe UI" pitchFamily="34" charset="0"/>
              </a:defRPr>
            </a:lvl1pPr>
            <a:lvl2pPr marL="0" algn="l" defTabSz="932472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defRPr lang="en-US" sz="1000" kern="1200" dirty="0" smtClean="0">
                <a:solidFill>
                  <a:schemeClr val="tx1"/>
                </a:solidFill>
                <a:latin typeface="+mj-lt"/>
                <a:ea typeface="Segoe UI" pitchFamily="34" charset="0"/>
                <a:cs typeface="Segoe UI" pitchFamily="34" charset="0"/>
              </a:defRPr>
            </a:lvl2pPr>
            <a:lvl3pPr marL="0" algn="l" defTabSz="932472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defRPr lang="en-US" sz="1000" kern="1200" dirty="0" smtClean="0">
                <a:solidFill>
                  <a:schemeClr val="tx1"/>
                </a:solidFill>
                <a:latin typeface="+mj-lt"/>
                <a:ea typeface="Segoe UI" pitchFamily="34" charset="0"/>
                <a:cs typeface="Segoe UI" pitchFamily="34" charset="0"/>
              </a:defRPr>
            </a:lvl3pPr>
            <a:lvl4pPr marL="0" algn="l" defTabSz="932472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defRPr lang="en-US" sz="1000" kern="1200" dirty="0" smtClean="0">
                <a:solidFill>
                  <a:schemeClr val="tx1"/>
                </a:solidFill>
                <a:latin typeface="+mj-lt"/>
                <a:ea typeface="Segoe UI" pitchFamily="34" charset="0"/>
                <a:cs typeface="Segoe UI" pitchFamily="34" charset="0"/>
              </a:defRPr>
            </a:lvl4pPr>
            <a:lvl5pPr marL="0" algn="l" defTabSz="932472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defRPr lang="en-US" sz="1000" kern="1200" dirty="0">
                <a:solidFill>
                  <a:schemeClr val="tx1"/>
                </a:solidFill>
                <a:latin typeface="+mj-lt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/>
              <a:t>2.</a:t>
            </a: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DDBE933A-166C-4934-8425-2A89AAA211E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389438" y="2065338"/>
            <a:ext cx="261936" cy="263525"/>
          </a:xfrm>
          <a:prstGeom prst="rect">
            <a:avLst/>
          </a:prstGeom>
        </p:spPr>
        <p:txBody>
          <a:bodyPr tIns="0" bIns="0"/>
          <a:lstStyle>
            <a:lvl1pPr marL="0" algn="l" defTabSz="932472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defRPr lang="en-US" sz="1000" kern="1200" dirty="0" smtClean="0">
                <a:solidFill>
                  <a:srgbClr val="000000"/>
                </a:solidFill>
                <a:latin typeface="+mj-lt"/>
                <a:ea typeface="Segoe UI" pitchFamily="34" charset="0"/>
                <a:cs typeface="Segoe UI" pitchFamily="34" charset="0"/>
              </a:defRPr>
            </a:lvl1pPr>
            <a:lvl2pPr marL="0" algn="l" defTabSz="932472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defRPr lang="en-US" sz="1000" kern="1200" dirty="0" smtClean="0">
                <a:solidFill>
                  <a:schemeClr val="tx1"/>
                </a:solidFill>
                <a:latin typeface="+mj-lt"/>
                <a:ea typeface="Segoe UI" pitchFamily="34" charset="0"/>
                <a:cs typeface="Segoe UI" pitchFamily="34" charset="0"/>
              </a:defRPr>
            </a:lvl2pPr>
            <a:lvl3pPr marL="0" algn="l" defTabSz="932472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defRPr lang="en-US" sz="1000" kern="1200" dirty="0" smtClean="0">
                <a:solidFill>
                  <a:schemeClr val="tx1"/>
                </a:solidFill>
                <a:latin typeface="+mj-lt"/>
                <a:ea typeface="Segoe UI" pitchFamily="34" charset="0"/>
                <a:cs typeface="Segoe UI" pitchFamily="34" charset="0"/>
              </a:defRPr>
            </a:lvl3pPr>
            <a:lvl4pPr marL="0" algn="l" defTabSz="932472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defRPr lang="en-US" sz="1000" kern="1200" dirty="0" smtClean="0">
                <a:solidFill>
                  <a:schemeClr val="tx1"/>
                </a:solidFill>
                <a:latin typeface="+mj-lt"/>
                <a:ea typeface="Segoe UI" pitchFamily="34" charset="0"/>
                <a:cs typeface="Segoe UI" pitchFamily="34" charset="0"/>
              </a:defRPr>
            </a:lvl4pPr>
            <a:lvl5pPr marL="0" algn="l" defTabSz="932472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defRPr lang="en-US" sz="1000" kern="1200" dirty="0">
                <a:solidFill>
                  <a:schemeClr val="tx1"/>
                </a:solidFill>
                <a:latin typeface="+mj-lt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/>
              <a:t>3.</a:t>
            </a: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171069D2-CF68-4D89-9134-20A61AFA10D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54763" y="2065338"/>
            <a:ext cx="261936" cy="263525"/>
          </a:xfrm>
          <a:prstGeom prst="rect">
            <a:avLst/>
          </a:prstGeom>
        </p:spPr>
        <p:txBody>
          <a:bodyPr tIns="0" bIns="0"/>
          <a:lstStyle>
            <a:lvl1pPr marL="0" algn="l" defTabSz="932472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defRPr lang="en-US" sz="1000" kern="1200" dirty="0" smtClean="0">
                <a:solidFill>
                  <a:srgbClr val="000000"/>
                </a:solidFill>
                <a:latin typeface="+mj-lt"/>
                <a:ea typeface="Segoe UI" pitchFamily="34" charset="0"/>
                <a:cs typeface="Segoe UI" pitchFamily="34" charset="0"/>
              </a:defRPr>
            </a:lvl1pPr>
            <a:lvl2pPr marL="0" algn="l" defTabSz="932472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defRPr lang="en-US" sz="1000" kern="1200" dirty="0" smtClean="0">
                <a:solidFill>
                  <a:schemeClr val="tx1"/>
                </a:solidFill>
                <a:latin typeface="+mj-lt"/>
                <a:ea typeface="Segoe UI" pitchFamily="34" charset="0"/>
                <a:cs typeface="Segoe UI" pitchFamily="34" charset="0"/>
              </a:defRPr>
            </a:lvl2pPr>
            <a:lvl3pPr marL="0" algn="l" defTabSz="932472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defRPr lang="en-US" sz="1000" kern="1200" dirty="0" smtClean="0">
                <a:solidFill>
                  <a:schemeClr val="tx1"/>
                </a:solidFill>
                <a:latin typeface="+mj-lt"/>
                <a:ea typeface="Segoe UI" pitchFamily="34" charset="0"/>
                <a:cs typeface="Segoe UI" pitchFamily="34" charset="0"/>
              </a:defRPr>
            </a:lvl3pPr>
            <a:lvl4pPr marL="0" algn="l" defTabSz="932472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defRPr lang="en-US" sz="1000" kern="1200" dirty="0" smtClean="0">
                <a:solidFill>
                  <a:schemeClr val="tx1"/>
                </a:solidFill>
                <a:latin typeface="+mj-lt"/>
                <a:ea typeface="Segoe UI" pitchFamily="34" charset="0"/>
                <a:cs typeface="Segoe UI" pitchFamily="34" charset="0"/>
              </a:defRPr>
            </a:lvl4pPr>
            <a:lvl5pPr marL="0" algn="l" defTabSz="932472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defRPr lang="en-US" sz="1000" kern="1200" dirty="0">
                <a:solidFill>
                  <a:schemeClr val="tx1"/>
                </a:solidFill>
                <a:latin typeface="+mj-lt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/>
              <a:t>4.</a:t>
            </a:r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77858A5B-7408-41FF-9369-C0F9B773A30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02625" y="2065338"/>
            <a:ext cx="261936" cy="263525"/>
          </a:xfrm>
          <a:prstGeom prst="rect">
            <a:avLst/>
          </a:prstGeom>
        </p:spPr>
        <p:txBody>
          <a:bodyPr tIns="0" bIns="0"/>
          <a:lstStyle>
            <a:lvl1pPr marL="0" algn="l" defTabSz="932472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defRPr lang="en-US" sz="1000" kern="1200" dirty="0" smtClean="0">
                <a:solidFill>
                  <a:srgbClr val="000000"/>
                </a:solidFill>
                <a:latin typeface="+mj-lt"/>
                <a:ea typeface="Segoe UI" pitchFamily="34" charset="0"/>
                <a:cs typeface="Segoe UI" pitchFamily="34" charset="0"/>
              </a:defRPr>
            </a:lvl1pPr>
            <a:lvl2pPr marL="0" algn="l" defTabSz="932472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defRPr lang="en-US" sz="1000" kern="1200" dirty="0" smtClean="0">
                <a:solidFill>
                  <a:schemeClr val="tx1"/>
                </a:solidFill>
                <a:latin typeface="+mj-lt"/>
                <a:ea typeface="Segoe UI" pitchFamily="34" charset="0"/>
                <a:cs typeface="Segoe UI" pitchFamily="34" charset="0"/>
              </a:defRPr>
            </a:lvl2pPr>
            <a:lvl3pPr marL="0" algn="l" defTabSz="932472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defRPr lang="en-US" sz="1000" kern="1200" dirty="0" smtClean="0">
                <a:solidFill>
                  <a:schemeClr val="tx1"/>
                </a:solidFill>
                <a:latin typeface="+mj-lt"/>
                <a:ea typeface="Segoe UI" pitchFamily="34" charset="0"/>
                <a:cs typeface="Segoe UI" pitchFamily="34" charset="0"/>
              </a:defRPr>
            </a:lvl3pPr>
            <a:lvl4pPr marL="0" algn="l" defTabSz="932472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defRPr lang="en-US" sz="1000" kern="1200" dirty="0" smtClean="0">
                <a:solidFill>
                  <a:schemeClr val="tx1"/>
                </a:solidFill>
                <a:latin typeface="+mj-lt"/>
                <a:ea typeface="Segoe UI" pitchFamily="34" charset="0"/>
                <a:cs typeface="Segoe UI" pitchFamily="34" charset="0"/>
              </a:defRPr>
            </a:lvl4pPr>
            <a:lvl5pPr marL="0" algn="l" defTabSz="932472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defRPr lang="en-US" sz="1000" kern="1200" dirty="0">
                <a:solidFill>
                  <a:schemeClr val="tx1"/>
                </a:solidFill>
                <a:latin typeface="+mj-lt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/>
              <a:t>5.</a:t>
            </a:r>
          </a:p>
        </p:txBody>
      </p:sp>
      <p:sp>
        <p:nvSpPr>
          <p:cNvPr id="41" name="Text Placeholder 3">
            <a:extLst>
              <a:ext uri="{FF2B5EF4-FFF2-40B4-BE49-F238E27FC236}">
                <a16:creationId xmlns:a16="http://schemas.microsoft.com/office/drawing/2014/main" id="{AF637A76-D1E1-49A2-AF33-3521BBC721C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269538" y="2065338"/>
            <a:ext cx="261936" cy="263525"/>
          </a:xfrm>
          <a:prstGeom prst="rect">
            <a:avLst/>
          </a:prstGeom>
        </p:spPr>
        <p:txBody>
          <a:bodyPr tIns="0" bIns="0"/>
          <a:lstStyle>
            <a:lvl1pPr marL="0" algn="l" defTabSz="932472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defRPr lang="en-US" sz="1000" kern="1200" dirty="0" smtClean="0">
                <a:solidFill>
                  <a:srgbClr val="000000"/>
                </a:solidFill>
                <a:latin typeface="+mj-lt"/>
                <a:ea typeface="Segoe UI" pitchFamily="34" charset="0"/>
                <a:cs typeface="Segoe UI" pitchFamily="34" charset="0"/>
              </a:defRPr>
            </a:lvl1pPr>
            <a:lvl2pPr marL="0" algn="l" defTabSz="932472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defRPr lang="en-US" sz="1000" kern="1200" dirty="0" smtClean="0">
                <a:solidFill>
                  <a:schemeClr val="tx1"/>
                </a:solidFill>
                <a:latin typeface="+mj-lt"/>
                <a:ea typeface="Segoe UI" pitchFamily="34" charset="0"/>
                <a:cs typeface="Segoe UI" pitchFamily="34" charset="0"/>
              </a:defRPr>
            </a:lvl2pPr>
            <a:lvl3pPr marL="0" algn="l" defTabSz="932472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defRPr lang="en-US" sz="1000" kern="1200" dirty="0" smtClean="0">
                <a:solidFill>
                  <a:schemeClr val="tx1"/>
                </a:solidFill>
                <a:latin typeface="+mj-lt"/>
                <a:ea typeface="Segoe UI" pitchFamily="34" charset="0"/>
                <a:cs typeface="Segoe UI" pitchFamily="34" charset="0"/>
              </a:defRPr>
            </a:lvl3pPr>
            <a:lvl4pPr marL="0" algn="l" defTabSz="932472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defRPr lang="en-US" sz="1000" kern="1200" dirty="0" smtClean="0">
                <a:solidFill>
                  <a:schemeClr val="tx1"/>
                </a:solidFill>
                <a:latin typeface="+mj-lt"/>
                <a:ea typeface="Segoe UI" pitchFamily="34" charset="0"/>
                <a:cs typeface="Segoe UI" pitchFamily="34" charset="0"/>
              </a:defRPr>
            </a:lvl4pPr>
            <a:lvl5pPr marL="0" algn="l" defTabSz="932472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defRPr lang="en-US" sz="1000" kern="1200" dirty="0">
                <a:solidFill>
                  <a:schemeClr val="tx1"/>
                </a:solidFill>
                <a:latin typeface="+mj-lt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/>
              <a:t>6.</a:t>
            </a:r>
          </a:p>
        </p:txBody>
      </p:sp>
      <p:sp>
        <p:nvSpPr>
          <p:cNvPr id="33" name="Text Box 3">
            <a:extLst>
              <a:ext uri="{FF2B5EF4-FFF2-40B4-BE49-F238E27FC236}">
                <a16:creationId xmlns:a16="http://schemas.microsoft.com/office/drawing/2014/main" id="{75395D73-9049-014E-BEF9-A35587DB4139}"/>
              </a:ext>
            </a:extLst>
          </p:cNvPr>
          <p:cNvSpPr txBox="1">
            <a:spLocks noChangeArrowheads="1"/>
          </p:cNvSpPr>
          <p:nvPr userDrawn="1"/>
        </p:nvSpPr>
        <p:spPr bwMode="blackWhite">
          <a:xfrm>
            <a:off x="463276" y="6583680"/>
            <a:ext cx="11533187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accent6">
                    <a:lumMod val="75000"/>
                  </a:schemeClr>
                </a:solidFill>
                <a:cs typeface="Segoe UI" pitchFamily="34" charset="0"/>
              </a:rPr>
              <a:t>©Microsoft Corporation									                                                                                                                                             Azure 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3CC09D91-3BB7-5C4A-98CF-F87FD6AACD8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63276" y="3694402"/>
            <a:ext cx="1727201" cy="18937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8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 spc="0">
                <a:solidFill>
                  <a:srgbClr val="000000"/>
                </a:solidFill>
                <a:latin typeface="+mn-lt"/>
              </a:defRPr>
            </a:lvl1pPr>
            <a:lvl2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Body copy 14 </a:t>
            </a:r>
            <a:r>
              <a:rPr lang="en-US" err="1"/>
              <a:t>Cavorest</a:t>
            </a:r>
            <a:r>
              <a:rPr lang="en-US"/>
              <a:t> a </a:t>
            </a:r>
            <a:r>
              <a:rPr lang="en-US" err="1"/>
              <a:t>aut</a:t>
            </a:r>
            <a:r>
              <a:rPr lang="en-US"/>
              <a:t> arum </a:t>
            </a:r>
            <a:r>
              <a:rPr lang="en-US" err="1"/>
              <a:t>quam</a:t>
            </a:r>
            <a:r>
              <a:rPr lang="en-US"/>
              <a:t> id eat ape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sincit</a:t>
            </a:r>
            <a:r>
              <a:rPr lang="en-US"/>
              <a:t>, </a:t>
            </a:r>
            <a:r>
              <a:rPr lang="en-US" err="1"/>
              <a:t>omnimusdae</a:t>
            </a:r>
            <a:r>
              <a:rPr lang="en-US"/>
              <a:t>. </a:t>
            </a:r>
            <a:r>
              <a:rPr lang="en-US" err="1"/>
              <a:t>Icaecatur</a:t>
            </a:r>
            <a:r>
              <a:rPr lang="en-US"/>
              <a:t>. </a:t>
            </a:r>
            <a:r>
              <a:rPr lang="en-US" err="1"/>
              <a:t>Boribus</a:t>
            </a:r>
            <a:r>
              <a:rPr lang="en-US"/>
              <a:t> </a:t>
            </a:r>
            <a:r>
              <a:rPr lang="en-US" err="1"/>
              <a:t>sinctius</a:t>
            </a:r>
            <a:r>
              <a:rPr lang="en-US"/>
              <a:t> </a:t>
            </a:r>
            <a:r>
              <a:rPr lang="en-US" err="1"/>
              <a:t>nimaxime</a:t>
            </a:r>
            <a:r>
              <a:rPr lang="en-US"/>
              <a:t> </a:t>
            </a:r>
            <a:r>
              <a:rPr lang="en-US" err="1"/>
              <a:t>nonsequibus</a:t>
            </a:r>
            <a:r>
              <a:rPr lang="en-US"/>
              <a:t> </a:t>
            </a:r>
            <a:r>
              <a:rPr lang="en-US" err="1"/>
              <a:t>dollendis</a:t>
            </a:r>
            <a:r>
              <a:rPr lang="en-US"/>
              <a:t> as </a:t>
            </a:r>
            <a:r>
              <a:rPr lang="en-US" err="1"/>
              <a:t>autestiatur</a:t>
            </a:r>
            <a:r>
              <a:rPr lang="en-US"/>
              <a:t>. 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90A489FF-470D-734F-9769-61F47A78897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426019" y="3694402"/>
            <a:ext cx="1727201" cy="18937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8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 spc="0">
                <a:solidFill>
                  <a:srgbClr val="000000"/>
                </a:solidFill>
                <a:latin typeface="+mn-lt"/>
              </a:defRPr>
            </a:lvl1pPr>
            <a:lvl2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Body copy 14 </a:t>
            </a:r>
            <a:r>
              <a:rPr lang="en-US" err="1"/>
              <a:t>Cavorest</a:t>
            </a:r>
            <a:r>
              <a:rPr lang="en-US"/>
              <a:t> a </a:t>
            </a:r>
            <a:r>
              <a:rPr lang="en-US" err="1"/>
              <a:t>aut</a:t>
            </a:r>
            <a:r>
              <a:rPr lang="en-US"/>
              <a:t> arum </a:t>
            </a:r>
            <a:r>
              <a:rPr lang="en-US" err="1"/>
              <a:t>quam</a:t>
            </a:r>
            <a:r>
              <a:rPr lang="en-US"/>
              <a:t> id eat ape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sincit</a:t>
            </a:r>
            <a:r>
              <a:rPr lang="en-US"/>
              <a:t>, </a:t>
            </a:r>
            <a:r>
              <a:rPr lang="en-US" err="1"/>
              <a:t>omnimusdae</a:t>
            </a:r>
            <a:r>
              <a:rPr lang="en-US"/>
              <a:t>. </a:t>
            </a:r>
            <a:r>
              <a:rPr lang="en-US" err="1"/>
              <a:t>Icaecatur</a:t>
            </a:r>
            <a:r>
              <a:rPr lang="en-US"/>
              <a:t>. </a:t>
            </a:r>
            <a:r>
              <a:rPr lang="en-US" err="1"/>
              <a:t>Boribus</a:t>
            </a:r>
            <a:r>
              <a:rPr lang="en-US"/>
              <a:t> </a:t>
            </a:r>
            <a:r>
              <a:rPr lang="en-US" err="1"/>
              <a:t>sinctius</a:t>
            </a:r>
            <a:r>
              <a:rPr lang="en-US"/>
              <a:t> </a:t>
            </a:r>
            <a:r>
              <a:rPr lang="en-US" err="1"/>
              <a:t>nimaxime</a:t>
            </a:r>
            <a:r>
              <a:rPr lang="en-US"/>
              <a:t> </a:t>
            </a:r>
            <a:r>
              <a:rPr lang="en-US" err="1"/>
              <a:t>nonsequibus</a:t>
            </a:r>
            <a:r>
              <a:rPr lang="en-US"/>
              <a:t> </a:t>
            </a:r>
            <a:r>
              <a:rPr lang="en-US" err="1"/>
              <a:t>dollendis</a:t>
            </a:r>
            <a:r>
              <a:rPr lang="en-US"/>
              <a:t> as </a:t>
            </a:r>
            <a:r>
              <a:rPr lang="en-US" err="1"/>
              <a:t>autestiatur</a:t>
            </a:r>
            <a:r>
              <a:rPr lang="en-US"/>
              <a:t>. 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6F43AC1C-4836-034C-B18E-A886EB0A095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386899" y="3694402"/>
            <a:ext cx="1727201" cy="18937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8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 spc="0">
                <a:solidFill>
                  <a:srgbClr val="000000"/>
                </a:solidFill>
                <a:latin typeface="+mn-lt"/>
              </a:defRPr>
            </a:lvl1pPr>
            <a:lvl2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Body copy 14 </a:t>
            </a:r>
            <a:r>
              <a:rPr lang="en-US" err="1"/>
              <a:t>Cavorest</a:t>
            </a:r>
            <a:r>
              <a:rPr lang="en-US"/>
              <a:t> a </a:t>
            </a:r>
            <a:r>
              <a:rPr lang="en-US" err="1"/>
              <a:t>aut</a:t>
            </a:r>
            <a:r>
              <a:rPr lang="en-US"/>
              <a:t> arum </a:t>
            </a:r>
            <a:r>
              <a:rPr lang="en-US" err="1"/>
              <a:t>quam</a:t>
            </a:r>
            <a:r>
              <a:rPr lang="en-US"/>
              <a:t> id eat ape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sincit</a:t>
            </a:r>
            <a:r>
              <a:rPr lang="en-US"/>
              <a:t>, </a:t>
            </a:r>
            <a:r>
              <a:rPr lang="en-US" err="1"/>
              <a:t>omnimusdae</a:t>
            </a:r>
            <a:r>
              <a:rPr lang="en-US"/>
              <a:t>. </a:t>
            </a:r>
            <a:r>
              <a:rPr lang="en-US" err="1"/>
              <a:t>Icaecatur</a:t>
            </a:r>
            <a:r>
              <a:rPr lang="en-US"/>
              <a:t>. </a:t>
            </a:r>
            <a:r>
              <a:rPr lang="en-US" err="1"/>
              <a:t>Boribus</a:t>
            </a:r>
            <a:r>
              <a:rPr lang="en-US"/>
              <a:t> </a:t>
            </a:r>
            <a:r>
              <a:rPr lang="en-US" err="1"/>
              <a:t>sinctius</a:t>
            </a:r>
            <a:r>
              <a:rPr lang="en-US"/>
              <a:t> </a:t>
            </a:r>
            <a:r>
              <a:rPr lang="en-US" err="1"/>
              <a:t>nimaxime</a:t>
            </a:r>
            <a:r>
              <a:rPr lang="en-US"/>
              <a:t> </a:t>
            </a:r>
            <a:r>
              <a:rPr lang="en-US" err="1"/>
              <a:t>nonsequibus</a:t>
            </a:r>
            <a:r>
              <a:rPr lang="en-US"/>
              <a:t> </a:t>
            </a:r>
            <a:r>
              <a:rPr lang="en-US" err="1"/>
              <a:t>dollendis</a:t>
            </a:r>
            <a:r>
              <a:rPr lang="en-US"/>
              <a:t> as </a:t>
            </a:r>
            <a:r>
              <a:rPr lang="en-US" err="1"/>
              <a:t>autestiatur</a:t>
            </a:r>
            <a:r>
              <a:rPr lang="en-US"/>
              <a:t>. </a:t>
            </a: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9221C77D-8F08-6C49-9011-B244AD138F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354763" y="3694402"/>
            <a:ext cx="1727201" cy="18937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8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 spc="0">
                <a:solidFill>
                  <a:srgbClr val="000000"/>
                </a:solidFill>
                <a:latin typeface="+mn-lt"/>
              </a:defRPr>
            </a:lvl1pPr>
            <a:lvl2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Body copy 14 </a:t>
            </a:r>
            <a:r>
              <a:rPr lang="en-US" err="1"/>
              <a:t>Cavorest</a:t>
            </a:r>
            <a:r>
              <a:rPr lang="en-US"/>
              <a:t> a </a:t>
            </a:r>
            <a:r>
              <a:rPr lang="en-US" err="1"/>
              <a:t>aut</a:t>
            </a:r>
            <a:r>
              <a:rPr lang="en-US"/>
              <a:t> arum </a:t>
            </a:r>
            <a:r>
              <a:rPr lang="en-US" err="1"/>
              <a:t>quam</a:t>
            </a:r>
            <a:r>
              <a:rPr lang="en-US"/>
              <a:t> id eat ape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sincit</a:t>
            </a:r>
            <a:r>
              <a:rPr lang="en-US"/>
              <a:t>, </a:t>
            </a:r>
            <a:r>
              <a:rPr lang="en-US" err="1"/>
              <a:t>omnimusdae</a:t>
            </a:r>
            <a:r>
              <a:rPr lang="en-US"/>
              <a:t>. </a:t>
            </a:r>
            <a:r>
              <a:rPr lang="en-US" err="1"/>
              <a:t>Icaecatur</a:t>
            </a:r>
            <a:r>
              <a:rPr lang="en-US"/>
              <a:t>. </a:t>
            </a:r>
            <a:r>
              <a:rPr lang="en-US" err="1"/>
              <a:t>Boribus</a:t>
            </a:r>
            <a:r>
              <a:rPr lang="en-US"/>
              <a:t> </a:t>
            </a:r>
            <a:r>
              <a:rPr lang="en-US" err="1"/>
              <a:t>sinctius</a:t>
            </a:r>
            <a:r>
              <a:rPr lang="en-US"/>
              <a:t> </a:t>
            </a:r>
            <a:r>
              <a:rPr lang="en-US" err="1"/>
              <a:t>nimaxime</a:t>
            </a:r>
            <a:r>
              <a:rPr lang="en-US"/>
              <a:t> </a:t>
            </a:r>
            <a:r>
              <a:rPr lang="en-US" err="1"/>
              <a:t>nonsequibus</a:t>
            </a:r>
            <a:r>
              <a:rPr lang="en-US"/>
              <a:t> </a:t>
            </a:r>
            <a:r>
              <a:rPr lang="en-US" err="1"/>
              <a:t>dollendis</a:t>
            </a:r>
            <a:r>
              <a:rPr lang="en-US"/>
              <a:t> as </a:t>
            </a:r>
            <a:r>
              <a:rPr lang="en-US" err="1"/>
              <a:t>autestiatur</a:t>
            </a:r>
            <a:r>
              <a:rPr lang="en-US"/>
              <a:t>. 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F3776908-857F-F24D-9AF6-14CF938B569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302625" y="3694402"/>
            <a:ext cx="1727201" cy="18937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8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 spc="0">
                <a:solidFill>
                  <a:srgbClr val="000000"/>
                </a:solidFill>
                <a:latin typeface="+mn-lt"/>
              </a:defRPr>
            </a:lvl1pPr>
            <a:lvl2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Body copy 14 </a:t>
            </a:r>
            <a:r>
              <a:rPr lang="en-US" err="1"/>
              <a:t>Cavorest</a:t>
            </a:r>
            <a:r>
              <a:rPr lang="en-US"/>
              <a:t> a </a:t>
            </a:r>
            <a:r>
              <a:rPr lang="en-US" err="1"/>
              <a:t>aut</a:t>
            </a:r>
            <a:r>
              <a:rPr lang="en-US"/>
              <a:t> arum </a:t>
            </a:r>
            <a:r>
              <a:rPr lang="en-US" err="1"/>
              <a:t>quam</a:t>
            </a:r>
            <a:r>
              <a:rPr lang="en-US"/>
              <a:t> id eat ape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sincit</a:t>
            </a:r>
            <a:r>
              <a:rPr lang="en-US"/>
              <a:t>, </a:t>
            </a:r>
            <a:r>
              <a:rPr lang="en-US" err="1"/>
              <a:t>omnimusdae</a:t>
            </a:r>
            <a:r>
              <a:rPr lang="en-US"/>
              <a:t>. </a:t>
            </a:r>
            <a:r>
              <a:rPr lang="en-US" err="1"/>
              <a:t>Icaecatur</a:t>
            </a:r>
            <a:r>
              <a:rPr lang="en-US"/>
              <a:t>. </a:t>
            </a:r>
            <a:r>
              <a:rPr lang="en-US" err="1"/>
              <a:t>Boribus</a:t>
            </a:r>
            <a:r>
              <a:rPr lang="en-US"/>
              <a:t> </a:t>
            </a:r>
            <a:r>
              <a:rPr lang="en-US" err="1"/>
              <a:t>sinctius</a:t>
            </a:r>
            <a:r>
              <a:rPr lang="en-US"/>
              <a:t> </a:t>
            </a:r>
            <a:r>
              <a:rPr lang="en-US" err="1"/>
              <a:t>nimaxime</a:t>
            </a:r>
            <a:r>
              <a:rPr lang="en-US"/>
              <a:t> </a:t>
            </a:r>
            <a:r>
              <a:rPr lang="en-US" err="1"/>
              <a:t>nonsequibus</a:t>
            </a:r>
            <a:r>
              <a:rPr lang="en-US"/>
              <a:t> </a:t>
            </a:r>
            <a:r>
              <a:rPr lang="en-US" err="1"/>
              <a:t>dollendis</a:t>
            </a:r>
            <a:r>
              <a:rPr lang="en-US"/>
              <a:t> as </a:t>
            </a:r>
            <a:r>
              <a:rPr lang="en-US" err="1"/>
              <a:t>autestiatur</a:t>
            </a:r>
            <a:r>
              <a:rPr lang="en-US"/>
              <a:t>. </a:t>
            </a:r>
          </a:p>
        </p:txBody>
      </p:sp>
      <p:sp>
        <p:nvSpPr>
          <p:cNvPr id="44" name="Text Placeholder 4">
            <a:extLst>
              <a:ext uri="{FF2B5EF4-FFF2-40B4-BE49-F238E27FC236}">
                <a16:creationId xmlns:a16="http://schemas.microsoft.com/office/drawing/2014/main" id="{EFB7F2E6-D12A-0A47-939B-737BAD8176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245998" y="3694402"/>
            <a:ext cx="1727201" cy="18937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8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 spc="0">
                <a:solidFill>
                  <a:srgbClr val="000000"/>
                </a:solidFill>
                <a:latin typeface="+mn-lt"/>
              </a:defRPr>
            </a:lvl1pPr>
            <a:lvl2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Body copy 14 </a:t>
            </a:r>
            <a:r>
              <a:rPr lang="en-US" err="1"/>
              <a:t>Cavorest</a:t>
            </a:r>
            <a:r>
              <a:rPr lang="en-US"/>
              <a:t> a </a:t>
            </a:r>
            <a:r>
              <a:rPr lang="en-US" err="1"/>
              <a:t>aut</a:t>
            </a:r>
            <a:r>
              <a:rPr lang="en-US"/>
              <a:t> arum </a:t>
            </a:r>
            <a:r>
              <a:rPr lang="en-US" err="1"/>
              <a:t>quam</a:t>
            </a:r>
            <a:r>
              <a:rPr lang="en-US"/>
              <a:t> id eat ape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sincit</a:t>
            </a:r>
            <a:r>
              <a:rPr lang="en-US"/>
              <a:t>, </a:t>
            </a:r>
            <a:r>
              <a:rPr lang="en-US" err="1"/>
              <a:t>omnimusdae</a:t>
            </a:r>
            <a:r>
              <a:rPr lang="en-US"/>
              <a:t>. </a:t>
            </a:r>
            <a:r>
              <a:rPr lang="en-US" err="1"/>
              <a:t>Icaecatur</a:t>
            </a:r>
            <a:r>
              <a:rPr lang="en-US"/>
              <a:t>. </a:t>
            </a:r>
            <a:r>
              <a:rPr lang="en-US" err="1"/>
              <a:t>Boribus</a:t>
            </a:r>
            <a:r>
              <a:rPr lang="en-US"/>
              <a:t> </a:t>
            </a:r>
            <a:r>
              <a:rPr lang="en-US" err="1"/>
              <a:t>sinctius</a:t>
            </a:r>
            <a:r>
              <a:rPr lang="en-US"/>
              <a:t> </a:t>
            </a:r>
            <a:r>
              <a:rPr lang="en-US" err="1"/>
              <a:t>nimaxime</a:t>
            </a:r>
            <a:r>
              <a:rPr lang="en-US"/>
              <a:t> </a:t>
            </a:r>
            <a:r>
              <a:rPr lang="en-US" err="1"/>
              <a:t>nonsequibus</a:t>
            </a:r>
            <a:r>
              <a:rPr lang="en-US"/>
              <a:t> </a:t>
            </a:r>
            <a:r>
              <a:rPr lang="en-US" err="1"/>
              <a:t>dollendis</a:t>
            </a:r>
            <a:r>
              <a:rPr lang="en-US"/>
              <a:t> as </a:t>
            </a:r>
            <a:r>
              <a:rPr lang="en-US" err="1"/>
              <a:t>autestiatur</a:t>
            </a:r>
            <a:r>
              <a:rPr lang="en-US"/>
              <a:t>. 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15EF402B-0A39-4444-AF7E-380A1C2573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0440" y="2347335"/>
            <a:ext cx="660400" cy="6604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3E2F996C-B451-5D43-A1A7-18659348D8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398" y="2347335"/>
            <a:ext cx="660400" cy="6604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164D954-D4BE-604E-A1FA-5D4A16CC776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0201" y="2347335"/>
            <a:ext cx="660400" cy="6604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C96516-B0E2-964A-9976-F62D8A3CA03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163" y="2347335"/>
            <a:ext cx="660400" cy="66040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C42970E5-3D59-6D4C-802D-2A054118D505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9298" y="2347335"/>
            <a:ext cx="660400" cy="6604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32F713FA-C34D-0546-BEC6-2429F7B462C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715" y="2347335"/>
            <a:ext cx="660400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069778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5138" y="632779"/>
            <a:ext cx="11533187" cy="4111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3200"/>
              </a:lnSpc>
              <a:defRPr sz="2800" strike="noStrike">
                <a:solidFill>
                  <a:srgbClr val="000000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3F1DAFF6-F27C-B74D-96EC-43A1B70AA064}"/>
              </a:ext>
            </a:extLst>
          </p:cNvPr>
          <p:cNvSpPr txBox="1">
            <a:spLocks noChangeArrowheads="1"/>
          </p:cNvSpPr>
          <p:nvPr userDrawn="1"/>
        </p:nvSpPr>
        <p:spPr bwMode="blackWhite">
          <a:xfrm>
            <a:off x="463276" y="6583680"/>
            <a:ext cx="11533187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accent6">
                    <a:lumMod val="75000"/>
                  </a:schemeClr>
                </a:solidFill>
                <a:cs typeface="Segoe UI" pitchFamily="34" charset="0"/>
              </a:rPr>
              <a:t>©Microsoft Corporation									                                                                                                                                             Azure </a:t>
            </a:r>
          </a:p>
        </p:txBody>
      </p:sp>
    </p:spTree>
    <p:extLst>
      <p:ext uri="{BB962C8B-B14F-4D97-AF65-F5344CB8AC3E}">
        <p14:creationId xmlns:p14="http://schemas.microsoft.com/office/powerpoint/2010/main" val="4107187434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5"/>
          <p:cNvSpPr>
            <a:spLocks noGrp="1"/>
          </p:cNvSpPr>
          <p:nvPr>
            <p:ph type="title" hasCustomPrompt="1"/>
          </p:nvPr>
        </p:nvSpPr>
        <p:spPr>
          <a:xfrm>
            <a:off x="465138" y="960438"/>
            <a:ext cx="7604124" cy="36290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sz="4800" spc="-50" baseline="0" dirty="0">
                <a:solidFill>
                  <a:srgbClr val="000000"/>
                </a:solidFill>
              </a:defRPr>
            </a:lvl1pPr>
          </a:lstStyle>
          <a:p>
            <a:pPr marL="0" lvl="0">
              <a:lnSpc>
                <a:spcPts val="5600"/>
              </a:lnSpc>
            </a:pPr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764039343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5"/>
          <p:cNvSpPr>
            <a:spLocks noGrp="1"/>
          </p:cNvSpPr>
          <p:nvPr>
            <p:ph type="title" hasCustomPrompt="1"/>
          </p:nvPr>
        </p:nvSpPr>
        <p:spPr>
          <a:xfrm>
            <a:off x="465138" y="960438"/>
            <a:ext cx="7604124" cy="36290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sz="4800" spc="-50" baseline="0" dirty="0">
                <a:solidFill>
                  <a:srgbClr val="FFFFFF"/>
                </a:solidFill>
              </a:defRPr>
            </a:lvl1pPr>
          </a:lstStyle>
          <a:p>
            <a:pPr marL="0" lvl="0">
              <a:lnSpc>
                <a:spcPts val="5600"/>
              </a:lnSpc>
            </a:pPr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8419269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" y="0"/>
            <a:ext cx="12436475" cy="6994525"/>
          </a:xfrm>
          <a:prstGeom prst="rect">
            <a:avLst/>
          </a:prstGeom>
        </p:spPr>
      </p:pic>
      <p:sp>
        <p:nvSpPr>
          <p:cNvPr id="5" name="Title 35">
            <a:extLst>
              <a:ext uri="{FF2B5EF4-FFF2-40B4-BE49-F238E27FC236}">
                <a16:creationId xmlns:a16="http://schemas.microsoft.com/office/drawing/2014/main" id="{60388DA1-8C2D-4FFD-88BD-DE4D7CEFD0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138" y="960438"/>
            <a:ext cx="7604124" cy="36290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sz="4800" spc="-50" baseline="0" dirty="0">
                <a:solidFill>
                  <a:schemeClr val="tx1"/>
                </a:solidFill>
              </a:defRPr>
            </a:lvl1pPr>
          </a:lstStyle>
          <a:p>
            <a:pPr marL="0" lvl="0">
              <a:lnSpc>
                <a:spcPts val="5600"/>
              </a:lnSpc>
            </a:pPr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3835041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4762" y="-1"/>
            <a:ext cx="6093577" cy="69945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5138" y="632779"/>
            <a:ext cx="5653087" cy="4111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3200"/>
              </a:lnSpc>
              <a:defRPr sz="2800" baseline="0">
                <a:solidFill>
                  <a:srgbClr val="000000"/>
                </a:solidFill>
              </a:defRPr>
            </a:lvl1pPr>
          </a:lstStyle>
          <a:p>
            <a:r>
              <a:rPr lang="en-US"/>
              <a:t>Photo layout 1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31D123-CA1A-4568-88C8-6B1287D07E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5138" y="2410676"/>
            <a:ext cx="4919662" cy="2067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800"/>
              </a:lnSpc>
              <a:spcBef>
                <a:spcPts val="900"/>
              </a:spcBef>
              <a:buNone/>
              <a:defRPr lang="en-US" sz="1400" b="0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ts val="1800"/>
              </a:lnSpc>
              <a:spcBef>
                <a:spcPts val="45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400">
                <a:solidFill>
                  <a:srgbClr val="000000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>
              <a:spcBef>
                <a:spcPts val="1200"/>
              </a:spcBef>
            </a:pPr>
            <a:r>
              <a:rPr lang="en-US" b="0">
                <a:solidFill>
                  <a:schemeClr val="tx2"/>
                </a:solidFill>
                <a:latin typeface="+mj-lt"/>
              </a:rPr>
              <a:t>Paragraph title Segoe UI </a:t>
            </a:r>
            <a:r>
              <a:rPr lang="en-US" b="0" err="1">
                <a:solidFill>
                  <a:schemeClr val="tx2"/>
                </a:solidFill>
                <a:latin typeface="+mj-lt"/>
              </a:rPr>
              <a:t>Semibold</a:t>
            </a:r>
            <a:r>
              <a:rPr lang="en-US" b="0">
                <a:solidFill>
                  <a:schemeClr val="tx2"/>
                </a:solidFill>
                <a:latin typeface="+mj-lt"/>
              </a:rPr>
              <a:t> 14/18</a:t>
            </a:r>
            <a:endParaRPr lang="en-US"/>
          </a:p>
          <a:p>
            <a:pPr lvl="1"/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E56201C-07C6-4B48-97C5-8ACFF3D0A9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5138" y="1960860"/>
            <a:ext cx="4919661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2400"/>
              </a:lnSpc>
              <a:buNone/>
              <a:defRPr lang="en-US" sz="2000" kern="1200" spc="0" baseline="0" dirty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Subhead Segoe UI Regular 20/24. 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193607F-5D7C-414A-BD66-EADF11B22CA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54763" y="3183626"/>
            <a:ext cx="6092825" cy="55399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Drop photo here</a:t>
            </a:r>
          </a:p>
        </p:txBody>
      </p:sp>
      <p:sp>
        <p:nvSpPr>
          <p:cNvPr id="13" name="Text Box 3">
            <a:extLst>
              <a:ext uri="{FF2B5EF4-FFF2-40B4-BE49-F238E27FC236}">
                <a16:creationId xmlns:a16="http://schemas.microsoft.com/office/drawing/2014/main" id="{9B6CD1B2-B033-3544-BC3C-77A135C65972}"/>
              </a:ext>
            </a:extLst>
          </p:cNvPr>
          <p:cNvSpPr txBox="1">
            <a:spLocks noChangeArrowheads="1"/>
          </p:cNvSpPr>
          <p:nvPr userDrawn="1"/>
        </p:nvSpPr>
        <p:spPr bwMode="blackWhite">
          <a:xfrm>
            <a:off x="463276" y="6583680"/>
            <a:ext cx="11533187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accent6">
                    <a:lumMod val="75000"/>
                  </a:schemeClr>
                </a:solidFill>
                <a:cs typeface="Segoe UI" pitchFamily="34" charset="0"/>
              </a:rPr>
              <a:t>©Microsoft Corporation									                                                                                                                                             Azure 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2B8FCD16-3426-8B48-803D-6B6E81EED2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65138" y="2627970"/>
            <a:ext cx="4919661" cy="7273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8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 spc="0">
                <a:solidFill>
                  <a:srgbClr val="000000"/>
                </a:solidFill>
                <a:latin typeface="+mn-lt"/>
              </a:defRPr>
            </a:lvl1pPr>
            <a:lvl2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Body copy 14 </a:t>
            </a:r>
            <a:r>
              <a:rPr lang="en-US" err="1"/>
              <a:t>Cavorest</a:t>
            </a:r>
            <a:r>
              <a:rPr lang="en-US"/>
              <a:t> a </a:t>
            </a:r>
            <a:r>
              <a:rPr lang="en-US" err="1"/>
              <a:t>aut</a:t>
            </a:r>
            <a:r>
              <a:rPr lang="en-US"/>
              <a:t> arum </a:t>
            </a:r>
            <a:r>
              <a:rPr lang="en-US" err="1"/>
              <a:t>quam</a:t>
            </a:r>
            <a:r>
              <a:rPr lang="en-US"/>
              <a:t> id eat ape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sincit</a:t>
            </a:r>
            <a:r>
              <a:rPr lang="en-US"/>
              <a:t>, </a:t>
            </a:r>
            <a:r>
              <a:rPr lang="en-US" err="1"/>
              <a:t>omnimusdae</a:t>
            </a:r>
            <a:r>
              <a:rPr lang="en-US"/>
              <a:t>. </a:t>
            </a:r>
            <a:r>
              <a:rPr lang="en-US" err="1"/>
              <a:t>Icaecatur</a:t>
            </a:r>
            <a:r>
              <a:rPr lang="en-US"/>
              <a:t>. </a:t>
            </a:r>
            <a:r>
              <a:rPr lang="en-US" err="1"/>
              <a:t>Boribus</a:t>
            </a:r>
            <a:r>
              <a:rPr lang="en-US"/>
              <a:t> </a:t>
            </a:r>
            <a:r>
              <a:rPr lang="en-US" err="1"/>
              <a:t>sinctius</a:t>
            </a:r>
            <a:r>
              <a:rPr lang="en-US"/>
              <a:t> </a:t>
            </a:r>
            <a:r>
              <a:rPr lang="en-US" err="1"/>
              <a:t>nimaxime</a:t>
            </a:r>
            <a:r>
              <a:rPr lang="en-US"/>
              <a:t> </a:t>
            </a:r>
            <a:r>
              <a:rPr lang="en-US" err="1"/>
              <a:t>nonsequibus</a:t>
            </a:r>
            <a:r>
              <a:rPr lang="en-US"/>
              <a:t> </a:t>
            </a:r>
            <a:r>
              <a:rPr lang="en-US" err="1"/>
              <a:t>dollendis</a:t>
            </a:r>
            <a:r>
              <a:rPr lang="en-US"/>
              <a:t> as </a:t>
            </a:r>
            <a:r>
              <a:rPr lang="en-US" err="1"/>
              <a:t>autestiatur</a:t>
            </a:r>
            <a:r>
              <a:rPr lang="en-US"/>
              <a:t>. 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D336736-F7E2-BA48-AD3E-B0037BAC681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5137" y="3497262"/>
            <a:ext cx="4919662" cy="2067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800"/>
              </a:lnSpc>
              <a:spcBef>
                <a:spcPts val="900"/>
              </a:spcBef>
              <a:buNone/>
              <a:defRPr lang="en-US" sz="1400" b="0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ts val="1800"/>
              </a:lnSpc>
              <a:spcBef>
                <a:spcPts val="45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400">
                <a:solidFill>
                  <a:srgbClr val="000000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>
              <a:spcBef>
                <a:spcPts val="1200"/>
              </a:spcBef>
            </a:pPr>
            <a:r>
              <a:rPr lang="en-US" b="0">
                <a:solidFill>
                  <a:schemeClr val="tx2"/>
                </a:solidFill>
                <a:latin typeface="+mj-lt"/>
              </a:rPr>
              <a:t>Paragraph title Segoe UI </a:t>
            </a:r>
            <a:r>
              <a:rPr lang="en-US" b="0" err="1">
                <a:solidFill>
                  <a:schemeClr val="tx2"/>
                </a:solidFill>
                <a:latin typeface="+mj-lt"/>
              </a:rPr>
              <a:t>Semibold</a:t>
            </a:r>
            <a:r>
              <a:rPr lang="en-US" b="0">
                <a:solidFill>
                  <a:schemeClr val="tx2"/>
                </a:solidFill>
                <a:latin typeface="+mj-lt"/>
              </a:rPr>
              <a:t> 14/18</a:t>
            </a:r>
            <a:endParaRPr lang="en-US"/>
          </a:p>
          <a:p>
            <a:pPr lvl="1"/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9FA36614-3522-794F-B70F-0659F06DAB3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65137" y="3711916"/>
            <a:ext cx="4919661" cy="7273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8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 spc="0">
                <a:solidFill>
                  <a:srgbClr val="000000"/>
                </a:solidFill>
                <a:latin typeface="+mn-lt"/>
              </a:defRPr>
            </a:lvl1pPr>
            <a:lvl2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Body copy 14 </a:t>
            </a:r>
            <a:r>
              <a:rPr lang="en-US" err="1"/>
              <a:t>Cavorest</a:t>
            </a:r>
            <a:r>
              <a:rPr lang="en-US"/>
              <a:t> a </a:t>
            </a:r>
            <a:r>
              <a:rPr lang="en-US" err="1"/>
              <a:t>aut</a:t>
            </a:r>
            <a:r>
              <a:rPr lang="en-US"/>
              <a:t> arum </a:t>
            </a:r>
            <a:r>
              <a:rPr lang="en-US" err="1"/>
              <a:t>quam</a:t>
            </a:r>
            <a:r>
              <a:rPr lang="en-US"/>
              <a:t> id eat ape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sincit</a:t>
            </a:r>
            <a:r>
              <a:rPr lang="en-US"/>
              <a:t>, </a:t>
            </a:r>
            <a:r>
              <a:rPr lang="en-US" err="1"/>
              <a:t>omnimusdae</a:t>
            </a:r>
            <a:r>
              <a:rPr lang="en-US"/>
              <a:t>. </a:t>
            </a:r>
            <a:r>
              <a:rPr lang="en-US" err="1"/>
              <a:t>Icaecatur</a:t>
            </a:r>
            <a:r>
              <a:rPr lang="en-US"/>
              <a:t>. </a:t>
            </a:r>
            <a:r>
              <a:rPr lang="en-US" err="1"/>
              <a:t>Boribus</a:t>
            </a:r>
            <a:r>
              <a:rPr lang="en-US"/>
              <a:t> </a:t>
            </a:r>
            <a:r>
              <a:rPr lang="en-US" err="1"/>
              <a:t>sinctius</a:t>
            </a:r>
            <a:r>
              <a:rPr lang="en-US"/>
              <a:t> </a:t>
            </a:r>
            <a:r>
              <a:rPr lang="en-US" err="1"/>
              <a:t>nimaxime</a:t>
            </a:r>
            <a:r>
              <a:rPr lang="en-US"/>
              <a:t> </a:t>
            </a:r>
            <a:r>
              <a:rPr lang="en-US" err="1"/>
              <a:t>nonsequibus</a:t>
            </a:r>
            <a:r>
              <a:rPr lang="en-US"/>
              <a:t> </a:t>
            </a:r>
            <a:r>
              <a:rPr lang="en-US" err="1"/>
              <a:t>dollendis</a:t>
            </a:r>
            <a:r>
              <a:rPr lang="en-US"/>
              <a:t> as </a:t>
            </a:r>
            <a:r>
              <a:rPr lang="en-US" err="1"/>
              <a:t>autestiatur</a:t>
            </a:r>
            <a:r>
              <a:rPr lang="en-US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518741288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5138" y="632779"/>
            <a:ext cx="11533187" cy="4111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3200"/>
              </a:lnSpc>
              <a:defRPr sz="2800">
                <a:solidFill>
                  <a:srgbClr val="000000"/>
                </a:solidFill>
              </a:defRPr>
            </a:lvl1pPr>
          </a:lstStyle>
          <a:p>
            <a:r>
              <a:rPr lang="en-US"/>
              <a:t>Photo layout 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465138" y="5026024"/>
            <a:ext cx="3690937" cy="22051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32742" rtl="0" eaLnBrk="1" fontAlgn="auto" latinLnBrk="0" hangingPunct="1">
              <a:lnSpc>
                <a:spcPts val="1800"/>
              </a:lnSpc>
              <a:spcBef>
                <a:spcPts val="9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400" b="0" kern="1200" spc="0" baseline="0" dirty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ts val="1800"/>
              </a:lnSpc>
              <a:spcBef>
                <a:spcPts val="45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400">
                <a:solidFill>
                  <a:srgbClr val="000000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marL="0" marR="0" lvl="0" indent="0" algn="l" defTabSz="932742" rtl="0" eaLnBrk="1" fontAlgn="auto" latinLnBrk="0" hangingPunct="1">
              <a:lnSpc>
                <a:spcPts val="1800"/>
              </a:lnSpc>
              <a:spcBef>
                <a:spcPts val="9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Paragraph title Segoe UI </a:t>
            </a:r>
            <a:r>
              <a:rPr lang="en-US" err="1"/>
              <a:t>Semibold</a:t>
            </a:r>
            <a:r>
              <a:rPr lang="en-US"/>
              <a:t> 14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4386263" y="5026024"/>
            <a:ext cx="3690937" cy="22051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32742" rtl="0" eaLnBrk="1" fontAlgn="auto" latinLnBrk="0" hangingPunct="1">
              <a:lnSpc>
                <a:spcPts val="1800"/>
              </a:lnSpc>
              <a:spcBef>
                <a:spcPts val="9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400">
                <a:solidFill>
                  <a:schemeClr val="tx2"/>
                </a:solidFill>
              </a:defRPr>
            </a:lvl1pPr>
            <a:lvl2pPr marL="0" marR="0" indent="0" algn="l" defTabSz="932742" rtl="0" eaLnBrk="1" fontAlgn="auto" latinLnBrk="0" hangingPunct="1">
              <a:lnSpc>
                <a:spcPts val="1800"/>
              </a:lnSpc>
              <a:spcBef>
                <a:spcPts val="45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400">
                <a:solidFill>
                  <a:srgbClr val="000000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marL="0" marR="0" lvl="0" indent="0" algn="l" defTabSz="932742" rtl="0" eaLnBrk="1" fontAlgn="auto" latinLnBrk="0" hangingPunct="1">
              <a:lnSpc>
                <a:spcPts val="1800"/>
              </a:lnSpc>
              <a:spcBef>
                <a:spcPts val="9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Paragraph title Segoe UI </a:t>
            </a:r>
            <a:r>
              <a:rPr lang="en-US" err="1"/>
              <a:t>Semibold</a:t>
            </a:r>
            <a:r>
              <a:rPr lang="en-US"/>
              <a:t> 14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8307388" y="5026024"/>
            <a:ext cx="3690937" cy="22051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32742" rtl="0" eaLnBrk="1" fontAlgn="auto" latinLnBrk="0" hangingPunct="1">
              <a:lnSpc>
                <a:spcPts val="1800"/>
              </a:lnSpc>
              <a:spcBef>
                <a:spcPts val="9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400">
                <a:solidFill>
                  <a:schemeClr val="tx2"/>
                </a:solidFill>
              </a:defRPr>
            </a:lvl1pPr>
            <a:lvl2pPr marL="0" marR="0" indent="0" algn="l" defTabSz="932742" rtl="0" eaLnBrk="1" fontAlgn="auto" latinLnBrk="0" hangingPunct="1">
              <a:lnSpc>
                <a:spcPts val="1800"/>
              </a:lnSpc>
              <a:spcBef>
                <a:spcPts val="45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400">
                <a:solidFill>
                  <a:srgbClr val="000000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marL="0" marR="0" lvl="0" indent="0" algn="l" defTabSz="932742" rtl="0" eaLnBrk="1" fontAlgn="auto" latinLnBrk="0" hangingPunct="1">
              <a:lnSpc>
                <a:spcPts val="1800"/>
              </a:lnSpc>
              <a:spcBef>
                <a:spcPts val="9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Paragraph title Segoe UI </a:t>
            </a:r>
            <a:r>
              <a:rPr lang="en-US" err="1"/>
              <a:t>Semibold</a:t>
            </a:r>
            <a:r>
              <a:rPr lang="en-US"/>
              <a:t> 14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/>
          <a:stretch/>
        </p:blipFill>
        <p:spPr>
          <a:xfrm>
            <a:off x="8313791" y="2195639"/>
            <a:ext cx="3695703" cy="264147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4182" y="2195639"/>
            <a:ext cx="3721892" cy="2641473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81499" y="2195637"/>
            <a:ext cx="3695702" cy="2641475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717A0C5-B07A-A34B-9DBC-AEA2B456E25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34975" y="3257272"/>
            <a:ext cx="3721100" cy="55399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Drop photo here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5287B92-3963-B94C-821F-3908B3544A4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386263" y="3250274"/>
            <a:ext cx="3690937" cy="55399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Drop photo here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DC31788-B7D8-9D46-BE0A-6B7EED7110B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313738" y="3250274"/>
            <a:ext cx="3684587" cy="55399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Drop photo here</a:t>
            </a:r>
          </a:p>
        </p:txBody>
      </p:sp>
      <p:sp>
        <p:nvSpPr>
          <p:cNvPr id="20" name="Text Box 3">
            <a:extLst>
              <a:ext uri="{FF2B5EF4-FFF2-40B4-BE49-F238E27FC236}">
                <a16:creationId xmlns:a16="http://schemas.microsoft.com/office/drawing/2014/main" id="{F848FF14-9025-D34E-A47B-6D1957DCA63E}"/>
              </a:ext>
            </a:extLst>
          </p:cNvPr>
          <p:cNvSpPr txBox="1">
            <a:spLocks noChangeArrowheads="1"/>
          </p:cNvSpPr>
          <p:nvPr userDrawn="1"/>
        </p:nvSpPr>
        <p:spPr bwMode="blackWhite">
          <a:xfrm>
            <a:off x="463276" y="6583680"/>
            <a:ext cx="11533187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accent6">
                    <a:lumMod val="75000"/>
                  </a:schemeClr>
                </a:solidFill>
                <a:cs typeface="Segoe UI" pitchFamily="34" charset="0"/>
              </a:rPr>
              <a:t>©Microsoft Corporation									                                                                                                                                             Azure 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97163EF-E7E8-4446-98C1-DF17E29E737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63276" y="5260860"/>
            <a:ext cx="3690937" cy="68211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8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 spc="0">
                <a:solidFill>
                  <a:srgbClr val="000000"/>
                </a:solidFill>
                <a:latin typeface="+mn-lt"/>
              </a:defRPr>
            </a:lvl1pPr>
            <a:lvl2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Body copy 14 </a:t>
            </a:r>
            <a:r>
              <a:rPr lang="en-US" err="1"/>
              <a:t>Cavorest</a:t>
            </a:r>
            <a:r>
              <a:rPr lang="en-US"/>
              <a:t> a </a:t>
            </a:r>
            <a:r>
              <a:rPr lang="en-US" err="1"/>
              <a:t>aut</a:t>
            </a:r>
            <a:r>
              <a:rPr lang="en-US"/>
              <a:t> arum </a:t>
            </a:r>
            <a:r>
              <a:rPr lang="en-US" err="1"/>
              <a:t>quam</a:t>
            </a:r>
            <a:r>
              <a:rPr lang="en-US"/>
              <a:t> id eat ape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sincit</a:t>
            </a:r>
            <a:r>
              <a:rPr lang="en-US"/>
              <a:t>, </a:t>
            </a:r>
            <a:r>
              <a:rPr lang="en-US" err="1"/>
              <a:t>omnimusdae</a:t>
            </a:r>
            <a:r>
              <a:rPr lang="en-US"/>
              <a:t>. </a:t>
            </a:r>
            <a:r>
              <a:rPr lang="en-US" err="1"/>
              <a:t>Icaecatur</a:t>
            </a:r>
            <a:r>
              <a:rPr lang="en-US"/>
              <a:t>. </a:t>
            </a:r>
            <a:r>
              <a:rPr lang="en-US" err="1"/>
              <a:t>Boribus</a:t>
            </a:r>
            <a:r>
              <a:rPr lang="en-US"/>
              <a:t> </a:t>
            </a:r>
            <a:r>
              <a:rPr lang="en-US" err="1"/>
              <a:t>sinctius</a:t>
            </a:r>
            <a:r>
              <a:rPr lang="en-US"/>
              <a:t> </a:t>
            </a:r>
            <a:r>
              <a:rPr lang="en-US" err="1"/>
              <a:t>nimaxime</a:t>
            </a:r>
            <a:r>
              <a:rPr lang="en-US"/>
              <a:t> </a:t>
            </a:r>
            <a:r>
              <a:rPr lang="en-US" err="1"/>
              <a:t>nonsequibus</a:t>
            </a:r>
            <a:r>
              <a:rPr lang="en-US"/>
              <a:t> </a:t>
            </a:r>
            <a:r>
              <a:rPr lang="en-US" err="1"/>
              <a:t>dollendis</a:t>
            </a:r>
            <a:r>
              <a:rPr lang="en-US"/>
              <a:t> as. 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8E57B78A-F25C-4D46-917C-E53FD3A557E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388443" y="5260860"/>
            <a:ext cx="3688758" cy="68211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8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 spc="0">
                <a:solidFill>
                  <a:srgbClr val="000000"/>
                </a:solidFill>
                <a:latin typeface="+mn-lt"/>
              </a:defRPr>
            </a:lvl1pPr>
            <a:lvl2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Body copy 14 </a:t>
            </a:r>
            <a:r>
              <a:rPr lang="en-US" err="1"/>
              <a:t>Cavorest</a:t>
            </a:r>
            <a:r>
              <a:rPr lang="en-US"/>
              <a:t> a </a:t>
            </a:r>
            <a:r>
              <a:rPr lang="en-US" err="1"/>
              <a:t>aut</a:t>
            </a:r>
            <a:r>
              <a:rPr lang="en-US"/>
              <a:t> arum </a:t>
            </a:r>
            <a:r>
              <a:rPr lang="en-US" err="1"/>
              <a:t>quam</a:t>
            </a:r>
            <a:r>
              <a:rPr lang="en-US"/>
              <a:t> id eat ape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sincit</a:t>
            </a:r>
            <a:r>
              <a:rPr lang="en-US"/>
              <a:t>, </a:t>
            </a:r>
            <a:r>
              <a:rPr lang="en-US" err="1"/>
              <a:t>omnimusdae</a:t>
            </a:r>
            <a:r>
              <a:rPr lang="en-US"/>
              <a:t>. </a:t>
            </a:r>
            <a:r>
              <a:rPr lang="en-US" err="1"/>
              <a:t>Icaecatur</a:t>
            </a:r>
            <a:r>
              <a:rPr lang="en-US"/>
              <a:t>. </a:t>
            </a:r>
            <a:r>
              <a:rPr lang="en-US" err="1"/>
              <a:t>Boribus</a:t>
            </a:r>
            <a:r>
              <a:rPr lang="en-US"/>
              <a:t> </a:t>
            </a:r>
            <a:r>
              <a:rPr lang="en-US" err="1"/>
              <a:t>sinctius</a:t>
            </a:r>
            <a:r>
              <a:rPr lang="en-US"/>
              <a:t> </a:t>
            </a:r>
            <a:r>
              <a:rPr lang="en-US" err="1"/>
              <a:t>nimaxime</a:t>
            </a:r>
            <a:r>
              <a:rPr lang="en-US"/>
              <a:t> </a:t>
            </a:r>
            <a:r>
              <a:rPr lang="en-US" err="1"/>
              <a:t>nonsequibus</a:t>
            </a:r>
            <a:r>
              <a:rPr lang="en-US"/>
              <a:t> </a:t>
            </a:r>
            <a:r>
              <a:rPr lang="en-US" err="1"/>
              <a:t>dollendis</a:t>
            </a:r>
            <a:r>
              <a:rPr lang="en-US"/>
              <a:t> as. 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A1AA5291-B66D-8249-B809-BA15DD1EEA3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313738" y="5260860"/>
            <a:ext cx="3690937" cy="68211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8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 spc="0">
                <a:solidFill>
                  <a:srgbClr val="000000"/>
                </a:solidFill>
                <a:latin typeface="+mn-lt"/>
              </a:defRPr>
            </a:lvl1pPr>
            <a:lvl2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Body copy 14 </a:t>
            </a:r>
            <a:r>
              <a:rPr lang="en-US" err="1"/>
              <a:t>Cavorest</a:t>
            </a:r>
            <a:r>
              <a:rPr lang="en-US"/>
              <a:t> a </a:t>
            </a:r>
            <a:r>
              <a:rPr lang="en-US" err="1"/>
              <a:t>aut</a:t>
            </a:r>
            <a:r>
              <a:rPr lang="en-US"/>
              <a:t> arum </a:t>
            </a:r>
            <a:r>
              <a:rPr lang="en-US" err="1"/>
              <a:t>quam</a:t>
            </a:r>
            <a:r>
              <a:rPr lang="en-US"/>
              <a:t> id eat ape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sincit</a:t>
            </a:r>
            <a:r>
              <a:rPr lang="en-US"/>
              <a:t>, </a:t>
            </a:r>
            <a:r>
              <a:rPr lang="en-US" err="1"/>
              <a:t>omnimusdae</a:t>
            </a:r>
            <a:r>
              <a:rPr lang="en-US"/>
              <a:t>. </a:t>
            </a:r>
            <a:r>
              <a:rPr lang="en-US" err="1"/>
              <a:t>Icaecatur</a:t>
            </a:r>
            <a:r>
              <a:rPr lang="en-US"/>
              <a:t>. </a:t>
            </a:r>
            <a:r>
              <a:rPr lang="en-US" err="1"/>
              <a:t>Boribus</a:t>
            </a:r>
            <a:r>
              <a:rPr lang="en-US"/>
              <a:t> </a:t>
            </a:r>
            <a:r>
              <a:rPr lang="en-US" err="1"/>
              <a:t>sinctius</a:t>
            </a:r>
            <a:r>
              <a:rPr lang="en-US"/>
              <a:t> </a:t>
            </a:r>
            <a:r>
              <a:rPr lang="en-US" err="1"/>
              <a:t>nimaxime</a:t>
            </a:r>
            <a:r>
              <a:rPr lang="en-US"/>
              <a:t> </a:t>
            </a:r>
            <a:r>
              <a:rPr lang="en-US" err="1"/>
              <a:t>nonsequibus</a:t>
            </a:r>
            <a:r>
              <a:rPr lang="en-US"/>
              <a:t> </a:t>
            </a:r>
            <a:r>
              <a:rPr lang="en-US" err="1"/>
              <a:t>dollendis</a:t>
            </a:r>
            <a:r>
              <a:rPr lang="en-US"/>
              <a:t> as. </a:t>
            </a:r>
          </a:p>
        </p:txBody>
      </p:sp>
    </p:spTree>
    <p:extLst>
      <p:ext uri="{BB962C8B-B14F-4D97-AF65-F5344CB8AC3E}">
        <p14:creationId xmlns:p14="http://schemas.microsoft.com/office/powerpoint/2010/main" val="3540896183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ice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4B95F29-56C3-4C85-A12B-0B0BE769E7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33900" y="426474"/>
            <a:ext cx="7902575" cy="656805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5138" y="632779"/>
            <a:ext cx="11533187" cy="4111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3200"/>
              </a:lnSpc>
              <a:defRPr sz="2800">
                <a:solidFill>
                  <a:srgbClr val="000000"/>
                </a:solidFill>
              </a:defRPr>
            </a:lvl1pPr>
          </a:lstStyle>
          <a:p>
            <a:r>
              <a:rPr lang="en-US"/>
              <a:t>Device layout 1: one column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65138" y="1961079"/>
            <a:ext cx="4853623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2400"/>
              </a:lnSpc>
              <a:buNone/>
              <a:defRPr sz="2000" b="0" i="0">
                <a:solidFill>
                  <a:srgbClr val="000000"/>
                </a:solidFill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pt-BR"/>
              <a:t>Large subhead Segoe UI Regular 20/24. Em volor resequaectur.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465139" y="2761498"/>
            <a:ext cx="4853622" cy="2522101"/>
          </a:xfrm>
          <a:prstGeom prst="rect">
            <a:avLst/>
          </a:prstGeom>
        </p:spPr>
        <p:txBody>
          <a:bodyPr lIns="0" tIns="0" rIns="0" bIns="0"/>
          <a:lstStyle>
            <a:lvl1pPr marL="285750" indent="-285750">
              <a:lnSpc>
                <a:spcPts val="18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spc="0">
                <a:solidFill>
                  <a:srgbClr val="000000"/>
                </a:solidFill>
                <a:latin typeface="+mn-lt"/>
              </a:defRPr>
            </a:lvl1pPr>
            <a:lvl2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Body copy 14 </a:t>
            </a:r>
            <a:r>
              <a:rPr lang="en-US" err="1"/>
              <a:t>Cavorest</a:t>
            </a:r>
            <a:r>
              <a:rPr lang="en-US"/>
              <a:t> a </a:t>
            </a:r>
            <a:r>
              <a:rPr lang="en-US" err="1"/>
              <a:t>aut</a:t>
            </a:r>
            <a:r>
              <a:rPr lang="en-US"/>
              <a:t> arum </a:t>
            </a:r>
            <a:r>
              <a:rPr lang="en-US" err="1"/>
              <a:t>quam</a:t>
            </a:r>
            <a:r>
              <a:rPr lang="en-US"/>
              <a:t> id eat ape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sincit</a:t>
            </a:r>
            <a:r>
              <a:rPr lang="en-US"/>
              <a:t>, </a:t>
            </a:r>
            <a:r>
              <a:rPr lang="en-US" err="1"/>
              <a:t>omnimusdae</a:t>
            </a:r>
            <a:r>
              <a:rPr lang="en-US"/>
              <a:t>. </a:t>
            </a:r>
            <a:r>
              <a:rPr lang="en-US" err="1"/>
              <a:t>Icaecatur</a:t>
            </a:r>
            <a:r>
              <a:rPr lang="en-US"/>
              <a:t>. </a:t>
            </a:r>
            <a:r>
              <a:rPr lang="en-US" err="1"/>
              <a:t>Boribus</a:t>
            </a:r>
            <a:r>
              <a:rPr lang="en-US"/>
              <a:t> </a:t>
            </a:r>
            <a:r>
              <a:rPr lang="en-US" err="1"/>
              <a:t>sinctius</a:t>
            </a:r>
            <a:r>
              <a:rPr lang="en-US"/>
              <a:t> </a:t>
            </a:r>
            <a:r>
              <a:rPr lang="en-US" err="1"/>
              <a:t>nimaxime</a:t>
            </a:r>
            <a:r>
              <a:rPr lang="en-US"/>
              <a:t> </a:t>
            </a:r>
            <a:r>
              <a:rPr lang="en-US" err="1"/>
              <a:t>nonsequibus</a:t>
            </a:r>
            <a:r>
              <a:rPr lang="en-US"/>
              <a:t> </a:t>
            </a:r>
            <a:r>
              <a:rPr lang="en-US" err="1"/>
              <a:t>dollendis</a:t>
            </a:r>
            <a:r>
              <a:rPr lang="en-US"/>
              <a:t> as </a:t>
            </a:r>
            <a:r>
              <a:rPr lang="en-US" err="1"/>
              <a:t>autestiatur</a:t>
            </a:r>
            <a:r>
              <a:rPr lang="en-US"/>
              <a:t>. </a:t>
            </a:r>
          </a:p>
          <a:p>
            <a:pPr lvl="0"/>
            <a:endParaRPr lang="en-US"/>
          </a:p>
          <a:p>
            <a:pPr lvl="0"/>
            <a:r>
              <a:rPr lang="en-US"/>
              <a:t>Body copy 14 </a:t>
            </a:r>
            <a:r>
              <a:rPr lang="en-US" err="1"/>
              <a:t>Cavorest</a:t>
            </a:r>
            <a:r>
              <a:rPr lang="en-US"/>
              <a:t> a </a:t>
            </a:r>
            <a:r>
              <a:rPr lang="en-US" err="1"/>
              <a:t>aut</a:t>
            </a:r>
            <a:r>
              <a:rPr lang="en-US"/>
              <a:t> arum </a:t>
            </a:r>
            <a:r>
              <a:rPr lang="en-US" err="1"/>
              <a:t>quam</a:t>
            </a:r>
            <a:r>
              <a:rPr lang="en-US"/>
              <a:t> id eat ape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sincit</a:t>
            </a:r>
            <a:r>
              <a:rPr lang="en-US"/>
              <a:t>, </a:t>
            </a:r>
            <a:r>
              <a:rPr lang="en-US" err="1"/>
              <a:t>omnimusdae</a:t>
            </a:r>
            <a:r>
              <a:rPr lang="en-US"/>
              <a:t>. </a:t>
            </a:r>
            <a:r>
              <a:rPr lang="en-US" err="1"/>
              <a:t>Icaecatur</a:t>
            </a:r>
            <a:r>
              <a:rPr lang="en-US"/>
              <a:t>. </a:t>
            </a:r>
            <a:r>
              <a:rPr lang="en-US" err="1"/>
              <a:t>Boribus</a:t>
            </a:r>
            <a:r>
              <a:rPr lang="en-US"/>
              <a:t> </a:t>
            </a:r>
            <a:r>
              <a:rPr lang="en-US" err="1"/>
              <a:t>sinctius</a:t>
            </a:r>
            <a:r>
              <a:rPr lang="en-US"/>
              <a:t> </a:t>
            </a:r>
            <a:r>
              <a:rPr lang="en-US" err="1"/>
              <a:t>nimaxime</a:t>
            </a:r>
            <a:r>
              <a:rPr lang="en-US"/>
              <a:t> </a:t>
            </a:r>
            <a:r>
              <a:rPr lang="en-US" err="1"/>
              <a:t>nonsequibus</a:t>
            </a:r>
            <a:r>
              <a:rPr lang="en-US"/>
              <a:t> </a:t>
            </a:r>
            <a:r>
              <a:rPr lang="en-US" err="1"/>
              <a:t>dollendis</a:t>
            </a:r>
            <a:r>
              <a:rPr lang="en-US"/>
              <a:t> as </a:t>
            </a:r>
            <a:r>
              <a:rPr lang="en-US" err="1"/>
              <a:t>autestiatur</a:t>
            </a:r>
            <a:r>
              <a:rPr lang="en-US"/>
              <a:t>. </a:t>
            </a:r>
          </a:p>
          <a:p>
            <a:pPr lvl="0"/>
            <a:endParaRPr lang="en-US"/>
          </a:p>
          <a:p>
            <a:pPr lvl="0"/>
            <a:r>
              <a:rPr lang="en-US"/>
              <a:t>Body copy 14 </a:t>
            </a:r>
            <a:r>
              <a:rPr lang="en-US" err="1"/>
              <a:t>Cavorest</a:t>
            </a:r>
            <a:r>
              <a:rPr lang="en-US"/>
              <a:t> a </a:t>
            </a:r>
            <a:r>
              <a:rPr lang="en-US" err="1"/>
              <a:t>aut</a:t>
            </a:r>
            <a:r>
              <a:rPr lang="en-US"/>
              <a:t> arum </a:t>
            </a:r>
            <a:r>
              <a:rPr lang="en-US" err="1"/>
              <a:t>quam</a:t>
            </a:r>
            <a:r>
              <a:rPr lang="en-US"/>
              <a:t> id eat ape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sincit</a:t>
            </a:r>
            <a:r>
              <a:rPr lang="en-US"/>
              <a:t>, </a:t>
            </a:r>
            <a:r>
              <a:rPr lang="en-US" err="1"/>
              <a:t>omnimusdae</a:t>
            </a:r>
            <a:r>
              <a:rPr lang="en-US"/>
              <a:t>. </a:t>
            </a:r>
            <a:r>
              <a:rPr lang="en-US" err="1"/>
              <a:t>Icaecatur</a:t>
            </a:r>
            <a:r>
              <a:rPr lang="en-US"/>
              <a:t>. </a:t>
            </a:r>
            <a:r>
              <a:rPr lang="en-US" err="1"/>
              <a:t>Boribus</a:t>
            </a:r>
            <a:r>
              <a:rPr lang="en-US"/>
              <a:t> </a:t>
            </a:r>
            <a:r>
              <a:rPr lang="en-US" err="1"/>
              <a:t>sinctius</a:t>
            </a:r>
            <a:r>
              <a:rPr lang="en-US"/>
              <a:t> </a:t>
            </a:r>
            <a:r>
              <a:rPr lang="en-US" err="1"/>
              <a:t>nimaxime</a:t>
            </a:r>
            <a:r>
              <a:rPr lang="en-US"/>
              <a:t> </a:t>
            </a:r>
            <a:r>
              <a:rPr lang="en-US" err="1"/>
              <a:t>nonsequibus</a:t>
            </a:r>
            <a:r>
              <a:rPr lang="en-US"/>
              <a:t> </a:t>
            </a:r>
            <a:r>
              <a:rPr lang="en-US" err="1"/>
              <a:t>dollendis</a:t>
            </a:r>
            <a:r>
              <a:rPr lang="en-US"/>
              <a:t> as </a:t>
            </a:r>
            <a:r>
              <a:rPr lang="en-US" err="1"/>
              <a:t>autestiatur</a:t>
            </a:r>
            <a:r>
              <a:rPr lang="en-US"/>
              <a:t>.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34476FE-7091-4DE7-A55E-3EF5A6569A7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485449" y="3490932"/>
            <a:ext cx="5951026" cy="553998"/>
          </a:xfrm>
          <a:prstGeom prst="rect">
            <a:avLst/>
          </a:prstGeom>
        </p:spPr>
        <p:txBody>
          <a:bodyPr anchor="ctr" anchorCtr="0"/>
          <a:lstStyle>
            <a:lvl1pPr algn="ctr"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4" name="Text Box 3">
            <a:extLst>
              <a:ext uri="{FF2B5EF4-FFF2-40B4-BE49-F238E27FC236}">
                <a16:creationId xmlns:a16="http://schemas.microsoft.com/office/drawing/2014/main" id="{9732C163-B0E6-5B41-A1A7-C570F404A2CB}"/>
              </a:ext>
            </a:extLst>
          </p:cNvPr>
          <p:cNvSpPr txBox="1">
            <a:spLocks noChangeArrowheads="1"/>
          </p:cNvSpPr>
          <p:nvPr userDrawn="1"/>
        </p:nvSpPr>
        <p:spPr bwMode="blackWhite">
          <a:xfrm>
            <a:off x="463276" y="6583680"/>
            <a:ext cx="11533187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accent6">
                    <a:lumMod val="75000"/>
                  </a:schemeClr>
                </a:solidFill>
                <a:cs typeface="Segoe UI" pitchFamily="34" charset="0"/>
              </a:rPr>
              <a:t>©Microsoft Corporation									                                                                                                                                             Azure </a:t>
            </a:r>
          </a:p>
        </p:txBody>
      </p:sp>
    </p:spTree>
    <p:extLst>
      <p:ext uri="{BB962C8B-B14F-4D97-AF65-F5344CB8AC3E}">
        <p14:creationId xmlns:p14="http://schemas.microsoft.com/office/powerpoint/2010/main" val="3569326217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ice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99DE98C-91A8-4163-A280-8BB561692C8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33900" y="426474"/>
            <a:ext cx="7902575" cy="6568052"/>
          </a:xfrm>
          <a:prstGeom prst="rect">
            <a:avLst/>
          </a:prstGeom>
        </p:spPr>
      </p:pic>
      <p:sp>
        <p:nvSpPr>
          <p:cNvPr id="9" name="Picture Placeholder 11">
            <a:extLst>
              <a:ext uri="{FF2B5EF4-FFF2-40B4-BE49-F238E27FC236}">
                <a16:creationId xmlns:a16="http://schemas.microsoft.com/office/drawing/2014/main" id="{784CA30E-A92E-4E40-944A-73B1CF9EEE0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485449" y="3490932"/>
            <a:ext cx="5951026" cy="553998"/>
          </a:xfrm>
          <a:prstGeom prst="rect">
            <a:avLst/>
          </a:prstGeom>
        </p:spPr>
        <p:txBody>
          <a:bodyPr anchor="ctr" anchorCtr="0"/>
          <a:lstStyle>
            <a:lvl1pPr algn="ctr"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8D17D4B4-B6B9-4273-ACCB-7A5ED46F35A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6849" y="2040568"/>
            <a:ext cx="1727200" cy="4513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800"/>
              </a:lnSpc>
              <a:spcBef>
                <a:spcPts val="900"/>
              </a:spcBef>
              <a:buNone/>
              <a:defRPr lang="en-US" sz="1400" b="0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ts val="1800"/>
              </a:lnSpc>
              <a:spcBef>
                <a:spcPts val="45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400">
                <a:solidFill>
                  <a:srgbClr val="000000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marL="0" marR="0" lvl="0" indent="0" algn="l" defTabSz="932742" rtl="0" eaLnBrk="1" fontAlgn="auto" latinLnBrk="0" hangingPunct="1">
              <a:lnSpc>
                <a:spcPts val="1800"/>
              </a:lnSpc>
              <a:spcBef>
                <a:spcPts val="9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Paragraph title Segoe UI </a:t>
            </a:r>
            <a:r>
              <a:rPr lang="en-US" err="1"/>
              <a:t>Semibold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FB204BE2-B985-4315-8D5B-9C54B1074D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33638" y="2040568"/>
            <a:ext cx="1727200" cy="4513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800"/>
              </a:lnSpc>
              <a:spcBef>
                <a:spcPts val="900"/>
              </a:spcBef>
              <a:buNone/>
              <a:defRPr lang="en-US" sz="1400" b="0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ts val="1800"/>
              </a:lnSpc>
              <a:spcBef>
                <a:spcPts val="45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400">
                <a:solidFill>
                  <a:srgbClr val="000000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marL="0" marR="0" lvl="0" indent="0" algn="l" defTabSz="932742" rtl="0" eaLnBrk="1" fontAlgn="auto" latinLnBrk="0" hangingPunct="1">
              <a:lnSpc>
                <a:spcPts val="1800"/>
              </a:lnSpc>
              <a:spcBef>
                <a:spcPts val="9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Paragraph title Segoe UI </a:t>
            </a:r>
            <a:r>
              <a:rPr lang="en-US" err="1"/>
              <a:t>Semibold</a:t>
            </a:r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889045D2-7C49-4F5C-A376-228A5A2B01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138" y="632779"/>
            <a:ext cx="11533187" cy="4111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3200"/>
              </a:lnSpc>
              <a:defRPr sz="2800">
                <a:solidFill>
                  <a:srgbClr val="000000"/>
                </a:solidFill>
              </a:defRPr>
            </a:lvl1pPr>
          </a:lstStyle>
          <a:p>
            <a:r>
              <a:rPr lang="en-US"/>
              <a:t>Device layout 2: two columns</a:t>
            </a:r>
          </a:p>
        </p:txBody>
      </p:sp>
      <p:sp>
        <p:nvSpPr>
          <p:cNvPr id="17" name="Text Box 3">
            <a:extLst>
              <a:ext uri="{FF2B5EF4-FFF2-40B4-BE49-F238E27FC236}">
                <a16:creationId xmlns:a16="http://schemas.microsoft.com/office/drawing/2014/main" id="{E9958694-2D93-5A49-BF9C-C2FD1753BAA3}"/>
              </a:ext>
            </a:extLst>
          </p:cNvPr>
          <p:cNvSpPr txBox="1">
            <a:spLocks noChangeArrowheads="1"/>
          </p:cNvSpPr>
          <p:nvPr userDrawn="1"/>
        </p:nvSpPr>
        <p:spPr bwMode="blackWhite">
          <a:xfrm>
            <a:off x="463276" y="6583680"/>
            <a:ext cx="11533187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accent6">
                    <a:lumMod val="75000"/>
                  </a:schemeClr>
                </a:solidFill>
                <a:cs typeface="Segoe UI" pitchFamily="34" charset="0"/>
              </a:rPr>
              <a:t>©Microsoft Corporation									                                                                                                                                             Azure 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2963930-27DC-A146-BED0-307A0CE5F43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63277" y="2501585"/>
            <a:ext cx="1727200" cy="198585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8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 spc="0">
                <a:solidFill>
                  <a:srgbClr val="000000"/>
                </a:solidFill>
                <a:latin typeface="+mn-lt"/>
              </a:defRPr>
            </a:lvl1pPr>
            <a:lvl2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Body copy 14 </a:t>
            </a:r>
            <a:r>
              <a:rPr lang="en-US" err="1"/>
              <a:t>Cavorest</a:t>
            </a:r>
            <a:r>
              <a:rPr lang="en-US"/>
              <a:t> a </a:t>
            </a:r>
            <a:r>
              <a:rPr lang="en-US" err="1"/>
              <a:t>aut</a:t>
            </a:r>
            <a:r>
              <a:rPr lang="en-US"/>
              <a:t> arum </a:t>
            </a:r>
            <a:r>
              <a:rPr lang="en-US" err="1"/>
              <a:t>quam</a:t>
            </a:r>
            <a:r>
              <a:rPr lang="en-US"/>
              <a:t> id eat ape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sincit</a:t>
            </a:r>
            <a:r>
              <a:rPr lang="en-US"/>
              <a:t>, </a:t>
            </a:r>
            <a:r>
              <a:rPr lang="en-US" err="1"/>
              <a:t>omnimusdae</a:t>
            </a:r>
            <a:r>
              <a:rPr lang="en-US"/>
              <a:t>. </a:t>
            </a:r>
            <a:r>
              <a:rPr lang="en-US" err="1"/>
              <a:t>Icaecatur</a:t>
            </a:r>
            <a:r>
              <a:rPr lang="en-US"/>
              <a:t>. </a:t>
            </a:r>
            <a:r>
              <a:rPr lang="en-US" err="1"/>
              <a:t>Boribus</a:t>
            </a:r>
            <a:r>
              <a:rPr lang="en-US"/>
              <a:t> </a:t>
            </a:r>
            <a:r>
              <a:rPr lang="en-US" err="1"/>
              <a:t>sinctius</a:t>
            </a:r>
            <a:r>
              <a:rPr lang="en-US"/>
              <a:t> </a:t>
            </a:r>
            <a:r>
              <a:rPr lang="en-US" err="1"/>
              <a:t>nimaxime</a:t>
            </a:r>
            <a:r>
              <a:rPr lang="en-US"/>
              <a:t> </a:t>
            </a:r>
            <a:r>
              <a:rPr lang="en-US" err="1"/>
              <a:t>nonsequibus</a:t>
            </a:r>
            <a:r>
              <a:rPr lang="en-US"/>
              <a:t> </a:t>
            </a:r>
            <a:r>
              <a:rPr lang="en-US" err="1"/>
              <a:t>dollendis</a:t>
            </a:r>
            <a:r>
              <a:rPr lang="en-US"/>
              <a:t> as </a:t>
            </a:r>
            <a:r>
              <a:rPr lang="en-US" err="1"/>
              <a:t>autestiatur</a:t>
            </a:r>
            <a:r>
              <a:rPr lang="en-US"/>
              <a:t>. 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8EE99189-A4FF-8C44-809C-285F33AF913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433365" y="2501585"/>
            <a:ext cx="1727200" cy="198585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8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 spc="0">
                <a:solidFill>
                  <a:srgbClr val="000000"/>
                </a:solidFill>
                <a:latin typeface="+mn-lt"/>
              </a:defRPr>
            </a:lvl1pPr>
            <a:lvl2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Body copy 14 </a:t>
            </a:r>
            <a:r>
              <a:rPr lang="en-US" err="1"/>
              <a:t>Cavorest</a:t>
            </a:r>
            <a:r>
              <a:rPr lang="en-US"/>
              <a:t> a </a:t>
            </a:r>
            <a:r>
              <a:rPr lang="en-US" err="1"/>
              <a:t>aut</a:t>
            </a:r>
            <a:r>
              <a:rPr lang="en-US"/>
              <a:t> arum </a:t>
            </a:r>
            <a:r>
              <a:rPr lang="en-US" err="1"/>
              <a:t>quam</a:t>
            </a:r>
            <a:r>
              <a:rPr lang="en-US"/>
              <a:t> id eat ape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sincit</a:t>
            </a:r>
            <a:r>
              <a:rPr lang="en-US"/>
              <a:t>, </a:t>
            </a:r>
            <a:r>
              <a:rPr lang="en-US" err="1"/>
              <a:t>omnimusdae</a:t>
            </a:r>
            <a:r>
              <a:rPr lang="en-US"/>
              <a:t>. </a:t>
            </a:r>
            <a:r>
              <a:rPr lang="en-US" err="1"/>
              <a:t>Icaecatur</a:t>
            </a:r>
            <a:r>
              <a:rPr lang="en-US"/>
              <a:t>. </a:t>
            </a:r>
            <a:r>
              <a:rPr lang="en-US" err="1"/>
              <a:t>Boribus</a:t>
            </a:r>
            <a:r>
              <a:rPr lang="en-US"/>
              <a:t> </a:t>
            </a:r>
            <a:r>
              <a:rPr lang="en-US" err="1"/>
              <a:t>sinctius</a:t>
            </a:r>
            <a:r>
              <a:rPr lang="en-US"/>
              <a:t> </a:t>
            </a:r>
            <a:r>
              <a:rPr lang="en-US" err="1"/>
              <a:t>nimaxime</a:t>
            </a:r>
            <a:r>
              <a:rPr lang="en-US"/>
              <a:t> </a:t>
            </a:r>
            <a:r>
              <a:rPr lang="en-US" err="1"/>
              <a:t>nonsequibus</a:t>
            </a:r>
            <a:r>
              <a:rPr lang="en-US"/>
              <a:t> </a:t>
            </a:r>
            <a:r>
              <a:rPr lang="en-US" err="1"/>
              <a:t>dollendis</a:t>
            </a:r>
            <a:r>
              <a:rPr lang="en-US"/>
              <a:t> as </a:t>
            </a:r>
            <a:r>
              <a:rPr lang="en-US" err="1"/>
              <a:t>autestiatur</a:t>
            </a:r>
            <a:r>
              <a:rPr lang="en-US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853038345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ice layou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3CDB1EA-72FB-46B3-89D4-DEE1F2EF72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1953" y="496641"/>
            <a:ext cx="11087895" cy="649788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5138" y="632779"/>
            <a:ext cx="11533187" cy="4111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3200"/>
              </a:lnSpc>
              <a:defRPr sz="2800">
                <a:solidFill>
                  <a:srgbClr val="000000"/>
                </a:solidFill>
              </a:defRPr>
            </a:lvl1pPr>
          </a:lstStyle>
          <a:p>
            <a:r>
              <a:rPr lang="en-US"/>
              <a:t>Device layout 3</a:t>
            </a:r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0473E679-3B6D-497A-A0F6-454C968B760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339975" y="3559515"/>
            <a:ext cx="7832726" cy="553998"/>
          </a:xfrm>
          <a:prstGeom prst="rect">
            <a:avLst/>
          </a:prstGeom>
        </p:spPr>
        <p:txBody>
          <a:bodyPr anchor="ctr" anchorCtr="0"/>
          <a:lstStyle>
            <a:lvl1pPr algn="ctr"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2" name="Text Box 3">
            <a:extLst>
              <a:ext uri="{FF2B5EF4-FFF2-40B4-BE49-F238E27FC236}">
                <a16:creationId xmlns:a16="http://schemas.microsoft.com/office/drawing/2014/main" id="{A8F5F40B-56C9-1D43-9521-8583515F1C5D}"/>
              </a:ext>
            </a:extLst>
          </p:cNvPr>
          <p:cNvSpPr txBox="1">
            <a:spLocks noChangeArrowheads="1"/>
          </p:cNvSpPr>
          <p:nvPr userDrawn="1"/>
        </p:nvSpPr>
        <p:spPr bwMode="blackWhite">
          <a:xfrm>
            <a:off x="463276" y="6583680"/>
            <a:ext cx="11533187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accent6">
                    <a:lumMod val="75000"/>
                  </a:schemeClr>
                </a:solidFill>
                <a:cs typeface="Segoe UI" pitchFamily="34" charset="0"/>
              </a:rPr>
              <a:t>©Microsoft Corporation									                                                                                                                                             Azure </a:t>
            </a:r>
          </a:p>
        </p:txBody>
      </p:sp>
    </p:spTree>
    <p:extLst>
      <p:ext uri="{BB962C8B-B14F-4D97-AF65-F5344CB8AC3E}">
        <p14:creationId xmlns:p14="http://schemas.microsoft.com/office/powerpoint/2010/main" val="240943647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hart Placeholder 6"/>
          <p:cNvSpPr>
            <a:spLocks noGrp="1"/>
          </p:cNvSpPr>
          <p:nvPr>
            <p:ph type="chart" sz="quarter" idx="21"/>
          </p:nvPr>
        </p:nvSpPr>
        <p:spPr>
          <a:xfrm>
            <a:off x="465139" y="1989614"/>
            <a:ext cx="3690933" cy="360521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</a:defRPr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5138" y="632779"/>
            <a:ext cx="11533187" cy="4111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3200"/>
              </a:lnSpc>
              <a:defRPr sz="2800">
                <a:solidFill>
                  <a:srgbClr val="000000"/>
                </a:solidFill>
              </a:defRPr>
            </a:lvl1pPr>
          </a:lstStyle>
          <a:p>
            <a:r>
              <a:rPr lang="en-US"/>
              <a:t>Chart examples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465135" y="5973763"/>
            <a:ext cx="3690937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spcBef>
                <a:spcPts val="900"/>
              </a:spcBef>
              <a:buFont typeface="Arial" panose="020B0604020202020204" pitchFamily="34" charset="0"/>
              <a:buNone/>
              <a:defRPr sz="1000" b="0" i="0" spc="0">
                <a:solidFill>
                  <a:srgbClr val="000000"/>
                </a:solidFill>
                <a:latin typeface="+mn-lt"/>
              </a:defRPr>
            </a:lvl1pPr>
            <a:lvl2pPr marL="0" marR="0" indent="0" algn="l" defTabSz="932742" rtl="0" eaLnBrk="1" fontAlgn="auto" latinLnBrk="0" hangingPunct="1">
              <a:lnSpc>
                <a:spcPts val="1200"/>
              </a:lnSpc>
              <a:spcBef>
                <a:spcPts val="45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000">
                <a:solidFill>
                  <a:schemeClr val="tx1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Caption body copy Segoe Regular 10/12. </a:t>
            </a:r>
            <a:r>
              <a:rPr lang="en-US" err="1"/>
              <a:t>Cavorest</a:t>
            </a:r>
            <a:r>
              <a:rPr lang="en-US"/>
              <a:t> a </a:t>
            </a:r>
            <a:r>
              <a:rPr lang="en-US" err="1"/>
              <a:t>aut</a:t>
            </a:r>
            <a:r>
              <a:rPr lang="en-US"/>
              <a:t> arum </a:t>
            </a:r>
            <a:r>
              <a:rPr lang="en-US" err="1"/>
              <a:t>quam</a:t>
            </a:r>
            <a:r>
              <a:rPr lang="en-US"/>
              <a:t> id eat.</a:t>
            </a:r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4389438" y="5973763"/>
            <a:ext cx="3679825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tabLst/>
              <a:defRPr lang="en-US" sz="1000" b="0" i="0" spc="0" dirty="0" smtClean="0">
                <a:solidFill>
                  <a:srgbClr val="000000"/>
                </a:solidFill>
                <a:latin typeface="+mn-lt"/>
              </a:defRPr>
            </a:lvl1pPr>
          </a:lstStyle>
          <a:p>
            <a:pPr marL="0" lvl="0" indent="0">
              <a:lnSpc>
                <a:spcPts val="1200"/>
              </a:lnSpc>
              <a:spcBef>
                <a:spcPts val="900"/>
              </a:spcBef>
              <a:buFont typeface="Arial" panose="020B0604020202020204" pitchFamily="34" charset="0"/>
              <a:buNone/>
            </a:pPr>
            <a:r>
              <a:rPr lang="en-US"/>
              <a:t>Caption body copy Segoe Regular 10/12. </a:t>
            </a:r>
            <a:r>
              <a:rPr lang="en-US" err="1"/>
              <a:t>Cavorest</a:t>
            </a:r>
            <a:r>
              <a:rPr lang="en-US"/>
              <a:t> a </a:t>
            </a:r>
            <a:r>
              <a:rPr lang="en-US" err="1"/>
              <a:t>aut</a:t>
            </a:r>
            <a:r>
              <a:rPr lang="en-US"/>
              <a:t> arum </a:t>
            </a:r>
            <a:r>
              <a:rPr lang="en-US" err="1"/>
              <a:t>quam</a:t>
            </a:r>
            <a:r>
              <a:rPr lang="en-US"/>
              <a:t> id eat.</a:t>
            </a:r>
          </a:p>
        </p:txBody>
      </p:sp>
      <p:sp>
        <p:nvSpPr>
          <p:cNvPr id="20" name="Chart Placeholder 6"/>
          <p:cNvSpPr>
            <a:spLocks noGrp="1"/>
          </p:cNvSpPr>
          <p:nvPr>
            <p:ph type="chart" sz="quarter" idx="22"/>
          </p:nvPr>
        </p:nvSpPr>
        <p:spPr>
          <a:xfrm>
            <a:off x="4389438" y="1989614"/>
            <a:ext cx="3679825" cy="360521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</a:defRPr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1" name="Chart Placeholder 6"/>
          <p:cNvSpPr>
            <a:spLocks noGrp="1"/>
          </p:cNvSpPr>
          <p:nvPr>
            <p:ph type="chart" sz="quarter" idx="23"/>
          </p:nvPr>
        </p:nvSpPr>
        <p:spPr>
          <a:xfrm>
            <a:off x="8302624" y="1989614"/>
            <a:ext cx="3695701" cy="360521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</a:defRPr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BB6B82-41EF-4F96-AC4D-4B6DF0A1F54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65134" y="5783263"/>
            <a:ext cx="3702053" cy="246221"/>
          </a:xfrm>
          <a:prstGeom prst="rect">
            <a:avLst/>
          </a:prstGeom>
        </p:spPr>
        <p:txBody>
          <a:bodyPr tIns="0"/>
          <a:lstStyle>
            <a:lvl1pPr>
              <a:defRPr lang="en-US" sz="1000" b="1" kern="1200" spc="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Caption title Segoe bold 10/12. 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4EEFC93-5F54-47F0-9569-BECC76A76C9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00549" y="5783263"/>
            <a:ext cx="3702053" cy="246221"/>
          </a:xfrm>
          <a:prstGeom prst="rect">
            <a:avLst/>
          </a:prstGeom>
        </p:spPr>
        <p:txBody>
          <a:bodyPr tIns="0"/>
          <a:lstStyle>
            <a:lvl1pPr>
              <a:defRPr lang="en-US" sz="1000" b="1" kern="1200" spc="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Caption title Segoe bold 10/12. 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5EDACCCB-301A-4273-9EA6-AD055BB5B0A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302624" y="5783263"/>
            <a:ext cx="3702053" cy="246221"/>
          </a:xfrm>
          <a:prstGeom prst="rect">
            <a:avLst/>
          </a:prstGeom>
        </p:spPr>
        <p:txBody>
          <a:bodyPr tIns="0"/>
          <a:lstStyle>
            <a:lvl1pPr>
              <a:defRPr lang="en-US" sz="1000" b="1" kern="1200" spc="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Caption title Segoe bold 10/12. 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37057046-E219-41F6-8045-1E763292CBB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02624" y="5973763"/>
            <a:ext cx="3679825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tabLst/>
              <a:defRPr lang="en-US" sz="1000" b="0" i="0" spc="0" dirty="0" smtClean="0">
                <a:solidFill>
                  <a:srgbClr val="000000"/>
                </a:solidFill>
                <a:latin typeface="+mn-lt"/>
              </a:defRPr>
            </a:lvl1pPr>
          </a:lstStyle>
          <a:p>
            <a:pPr marL="0" lvl="0" indent="0">
              <a:lnSpc>
                <a:spcPts val="1200"/>
              </a:lnSpc>
              <a:spcBef>
                <a:spcPts val="900"/>
              </a:spcBef>
              <a:buFont typeface="Arial" panose="020B0604020202020204" pitchFamily="34" charset="0"/>
              <a:buNone/>
            </a:pPr>
            <a:r>
              <a:rPr lang="en-US"/>
              <a:t>Caption body copy Segoe Regular 10/12. </a:t>
            </a:r>
            <a:r>
              <a:rPr lang="en-US" err="1"/>
              <a:t>Cavorest</a:t>
            </a:r>
            <a:r>
              <a:rPr lang="en-US"/>
              <a:t> a </a:t>
            </a:r>
            <a:r>
              <a:rPr lang="en-US" err="1"/>
              <a:t>aut</a:t>
            </a:r>
            <a:r>
              <a:rPr lang="en-US"/>
              <a:t> arum </a:t>
            </a:r>
            <a:r>
              <a:rPr lang="en-US" err="1"/>
              <a:t>quam</a:t>
            </a:r>
            <a:r>
              <a:rPr lang="en-US"/>
              <a:t> id eat.</a:t>
            </a:r>
          </a:p>
        </p:txBody>
      </p:sp>
      <p:sp>
        <p:nvSpPr>
          <p:cNvPr id="19" name="Text Box 3">
            <a:extLst>
              <a:ext uri="{FF2B5EF4-FFF2-40B4-BE49-F238E27FC236}">
                <a16:creationId xmlns:a16="http://schemas.microsoft.com/office/drawing/2014/main" id="{DD3304D6-24AF-6742-A22C-8D78DC39B073}"/>
              </a:ext>
            </a:extLst>
          </p:cNvPr>
          <p:cNvSpPr txBox="1">
            <a:spLocks noChangeArrowheads="1"/>
          </p:cNvSpPr>
          <p:nvPr userDrawn="1"/>
        </p:nvSpPr>
        <p:spPr bwMode="blackWhite">
          <a:xfrm>
            <a:off x="463276" y="6583680"/>
            <a:ext cx="11533187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accent6">
                    <a:lumMod val="75000"/>
                  </a:schemeClr>
                </a:solidFill>
                <a:cs typeface="Segoe UI" pitchFamily="34" charset="0"/>
              </a:rPr>
              <a:t>©Microsoft Corporation									                                                                                                                                             Azure </a:t>
            </a:r>
          </a:p>
        </p:txBody>
      </p:sp>
    </p:spTree>
    <p:extLst>
      <p:ext uri="{BB962C8B-B14F-4D97-AF65-F5344CB8AC3E}">
        <p14:creationId xmlns:p14="http://schemas.microsoft.com/office/powerpoint/2010/main" val="3345316642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5138" y="632779"/>
            <a:ext cx="11533187" cy="4111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3200"/>
              </a:lnSpc>
              <a:defRPr sz="2800">
                <a:solidFill>
                  <a:srgbClr val="000000"/>
                </a:solidFill>
              </a:defRPr>
            </a:lvl1pPr>
          </a:lstStyle>
          <a:p>
            <a:r>
              <a:rPr lang="en-US"/>
              <a:t>Table styling</a:t>
            </a:r>
          </a:p>
        </p:txBody>
      </p:sp>
      <p:sp>
        <p:nvSpPr>
          <p:cNvPr id="4" name="Table Placeholder 3"/>
          <p:cNvSpPr>
            <a:spLocks noGrp="1"/>
          </p:cNvSpPr>
          <p:nvPr>
            <p:ph type="tbl" sz="quarter" idx="10"/>
          </p:nvPr>
        </p:nvSpPr>
        <p:spPr>
          <a:xfrm>
            <a:off x="465138" y="2201862"/>
            <a:ext cx="11533187" cy="4159883"/>
          </a:xfrm>
          <a:prstGeom prst="rect">
            <a:avLst/>
          </a:prstGeo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10" name="Text Box 3">
            <a:extLst>
              <a:ext uri="{FF2B5EF4-FFF2-40B4-BE49-F238E27FC236}">
                <a16:creationId xmlns:a16="http://schemas.microsoft.com/office/drawing/2014/main" id="{AD9F5927-827C-2E4D-8781-07CF39C27494}"/>
              </a:ext>
            </a:extLst>
          </p:cNvPr>
          <p:cNvSpPr txBox="1">
            <a:spLocks noChangeArrowheads="1"/>
          </p:cNvSpPr>
          <p:nvPr userDrawn="1"/>
        </p:nvSpPr>
        <p:spPr bwMode="blackWhite">
          <a:xfrm>
            <a:off x="463276" y="6583680"/>
            <a:ext cx="11533187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accent6">
                    <a:lumMod val="75000"/>
                  </a:schemeClr>
                </a:solidFill>
                <a:cs typeface="Segoe UI" pitchFamily="34" charset="0"/>
              </a:rPr>
              <a:t>©Microsoft Corporation									                                                                                                                                             Azure </a:t>
            </a:r>
          </a:p>
        </p:txBody>
      </p:sp>
    </p:spTree>
    <p:extLst>
      <p:ext uri="{BB962C8B-B14F-4D97-AF65-F5344CB8AC3E}">
        <p14:creationId xmlns:p14="http://schemas.microsoft.com/office/powerpoint/2010/main" val="227641596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C370E04-F3D7-44F1-9863-6604D12FE0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138" y="1882011"/>
            <a:ext cx="7604125" cy="1502728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>
              <a:lnSpc>
                <a:spcPct val="100000"/>
              </a:lnSpc>
              <a:spcAft>
                <a:spcPts val="1300"/>
              </a:spcAft>
              <a:defRPr sz="2600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Thank you.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1F9C5D-BBFD-AE42-A1D5-DA2C27C2E9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277" y="448056"/>
            <a:ext cx="1362456" cy="194066"/>
          </a:xfrm>
          <a:prstGeom prst="rect">
            <a:avLst/>
          </a:prstGeom>
        </p:spPr>
      </p:pic>
      <p:sp>
        <p:nvSpPr>
          <p:cNvPr id="6" name="Text Box 3">
            <a:extLst>
              <a:ext uri="{FF2B5EF4-FFF2-40B4-BE49-F238E27FC236}">
                <a16:creationId xmlns:a16="http://schemas.microsoft.com/office/drawing/2014/main" id="{4071864E-755E-AD40-A80D-10E454980F16}"/>
              </a:ext>
            </a:extLst>
          </p:cNvPr>
          <p:cNvSpPr txBox="1">
            <a:spLocks noChangeArrowheads="1"/>
          </p:cNvSpPr>
          <p:nvPr userDrawn="1"/>
        </p:nvSpPr>
        <p:spPr bwMode="blackWhite">
          <a:xfrm>
            <a:off x="463277" y="6579623"/>
            <a:ext cx="4572000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bg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8538443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5138" y="567457"/>
            <a:ext cx="11530584" cy="830020"/>
          </a:xfrm>
          <a:prstGeom prst="rect">
            <a:avLst/>
          </a:prstGeom>
        </p:spPr>
        <p:txBody>
          <a:bodyPr vert="horz" wrap="square" lIns="0" tIns="91440" rIns="146304" bIns="91440" rtlCol="0" anchor="t">
            <a:noAutofit/>
          </a:bodyPr>
          <a:lstStyle/>
          <a:p>
            <a:r>
              <a:rPr lang="en-US"/>
              <a:t>Heading Segoe UI </a:t>
            </a:r>
            <a:r>
              <a:rPr lang="en-US" err="1"/>
              <a:t>Semibold</a:t>
            </a:r>
            <a:r>
              <a:rPr lang="en-US"/>
              <a:t> 28/32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465138" y="1853742"/>
            <a:ext cx="11456988" cy="2062103"/>
          </a:xfrm>
          <a:prstGeom prst="rect">
            <a:avLst/>
          </a:prstGeom>
        </p:spPr>
        <p:txBody>
          <a:bodyPr vert="horz" wrap="square" lIns="0" tIns="91440" rIns="146304" bIns="91440" rtlCol="0">
            <a:spAutoFit/>
          </a:bodyPr>
          <a:lstStyle/>
          <a:p>
            <a:pPr lvl="1"/>
            <a:r>
              <a:rPr lang="en-US"/>
              <a:t>Large: subhead Segoe UI Regular 20/24</a:t>
            </a:r>
          </a:p>
          <a:p>
            <a:pPr lvl="1"/>
            <a:endParaRPr lang="en-US"/>
          </a:p>
          <a:p>
            <a:pPr lvl="2"/>
            <a:r>
              <a:rPr lang="en-US"/>
              <a:t>Medium: paragraph heading Segoe UI </a:t>
            </a:r>
            <a:r>
              <a:rPr lang="en-US" err="1"/>
              <a:t>Semibold</a:t>
            </a:r>
            <a:r>
              <a:rPr lang="en-US"/>
              <a:t> 14/18</a:t>
            </a:r>
          </a:p>
          <a:p>
            <a:pPr lvl="3"/>
            <a:r>
              <a:rPr lang="en-US"/>
              <a:t>Medium: paragraph body copy Segoe UI Regular 14/18</a:t>
            </a:r>
          </a:p>
          <a:p>
            <a:pPr lvl="3"/>
            <a:endParaRPr lang="en-US"/>
          </a:p>
          <a:p>
            <a:pPr lvl="4"/>
            <a:r>
              <a:rPr lang="en-US"/>
              <a:t>Small: caption heading Segoe UI Bold 10/12</a:t>
            </a:r>
          </a:p>
          <a:p>
            <a:pPr lvl="6"/>
            <a:r>
              <a:rPr lang="en-US"/>
              <a:t>Small: caption body copy Segoe UI Regular 10/12</a:t>
            </a:r>
          </a:p>
          <a:p>
            <a:pPr lvl="6"/>
            <a:endParaRPr lang="en-US"/>
          </a:p>
          <a:p>
            <a:pPr lvl="6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9621908" y="2898552"/>
            <a:ext cx="6979503" cy="1188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724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52" r:id="rId1"/>
    <p:sldLayoutId id="2147484553" r:id="rId2"/>
    <p:sldLayoutId id="2147484581" r:id="rId3"/>
    <p:sldLayoutId id="2147484583" r:id="rId4"/>
    <p:sldLayoutId id="2147484585" r:id="rId5"/>
    <p:sldLayoutId id="2147484586" r:id="rId6"/>
    <p:sldLayoutId id="2147484587" r:id="rId7"/>
    <p:sldLayoutId id="2147484588" r:id="rId8"/>
    <p:sldLayoutId id="2147484589" r:id="rId9"/>
    <p:sldLayoutId id="2147484590" r:id="rId10"/>
    <p:sldLayoutId id="2147484591" r:id="rId11"/>
    <p:sldLayoutId id="2147484592" r:id="rId12"/>
    <p:sldLayoutId id="2147484556" r:id="rId13"/>
    <p:sldLayoutId id="2147484557" r:id="rId14"/>
    <p:sldLayoutId id="2147484610" r:id="rId15"/>
    <p:sldLayoutId id="2147484558" r:id="rId16"/>
    <p:sldLayoutId id="2147484559" r:id="rId17"/>
    <p:sldLayoutId id="2147484560" r:id="rId18"/>
    <p:sldLayoutId id="2147484561" r:id="rId19"/>
    <p:sldLayoutId id="2147484562" r:id="rId20"/>
    <p:sldLayoutId id="2147484580" r:id="rId21"/>
    <p:sldLayoutId id="2147484563" r:id="rId22"/>
    <p:sldLayoutId id="2147484564" r:id="rId23"/>
    <p:sldLayoutId id="2147484566" r:id="rId24"/>
    <p:sldLayoutId id="2147484567" r:id="rId25"/>
    <p:sldLayoutId id="2147484568" r:id="rId26"/>
    <p:sldLayoutId id="2147484577" r:id="rId27"/>
    <p:sldLayoutId id="2147484570" r:id="rId28"/>
    <p:sldLayoutId id="2147484571" r:id="rId29"/>
    <p:sldLayoutId id="2147484572" r:id="rId30"/>
    <p:sldLayoutId id="2147484576" r:id="rId31"/>
  </p:sldLayoutIdLst>
  <p:transition>
    <p:fade/>
  </p:transition>
  <p:hf hdr="0" dt="0"/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2800" b="0" kern="1200" cap="none" spc="-50" baseline="0" dirty="0" smtClean="0">
          <a:ln w="3175">
            <a:noFill/>
          </a:ln>
          <a:solidFill>
            <a:srgbClr val="000000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2400" kern="1200" spc="-50" baseline="0">
          <a:solidFill>
            <a:srgbClr val="000000"/>
          </a:solidFill>
          <a:latin typeface="+mj-lt"/>
          <a:ea typeface="+mn-ea"/>
          <a:cs typeface="+mn-cs"/>
        </a:defRPr>
      </a:lvl1pPr>
      <a:lvl2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Tx/>
        <a:buNone/>
        <a:tabLst/>
        <a:defRPr sz="2000" kern="1200" spc="0" baseline="0">
          <a:solidFill>
            <a:srgbClr val="000000"/>
          </a:solidFill>
          <a:latin typeface="+mn-lt"/>
          <a:ea typeface="+mn-ea"/>
          <a:cs typeface="+mn-cs"/>
        </a:defRPr>
      </a:lvl2pPr>
      <a:lvl3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400" kern="1200" spc="0" baseline="0">
          <a:solidFill>
            <a:schemeClr val="tx2"/>
          </a:solidFill>
          <a:latin typeface="+mj-lt"/>
          <a:ea typeface="+mn-ea"/>
          <a:cs typeface="+mn-cs"/>
        </a:defRPr>
      </a:lvl3pPr>
      <a:lvl4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400" kern="1200" spc="0" baseline="0">
          <a:solidFill>
            <a:srgbClr val="000000"/>
          </a:solidFill>
          <a:latin typeface="+mn-lt"/>
          <a:ea typeface="+mn-ea"/>
          <a:cs typeface="+mn-cs"/>
        </a:defRPr>
      </a:lvl4pPr>
      <a:lvl5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000" b="1" kern="1200" spc="0" baseline="0">
          <a:solidFill>
            <a:srgbClr val="000000"/>
          </a:solidFill>
          <a:latin typeface="+mn-lt"/>
          <a:ea typeface="+mn-ea"/>
          <a:cs typeface="+mn-cs"/>
        </a:defRPr>
      </a:lvl5pPr>
      <a:lvl6pPr marL="2331854" indent="0" algn="l" defTabSz="932742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32742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itchFamily="34" charset="0"/>
        <a:buNone/>
        <a:defRPr sz="1000" kern="1200">
          <a:solidFill>
            <a:srgbClr val="000000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1" pos="1349" userDrawn="1">
          <p15:clr>
            <a:srgbClr val="C35EA4"/>
          </p15:clr>
        </p15:guide>
        <p15:guide id="32" pos="1528" userDrawn="1">
          <p15:clr>
            <a:srgbClr val="C35EA4"/>
          </p15:clr>
        </p15:guide>
        <p15:guide id="33" pos="2621" userDrawn="1">
          <p15:clr>
            <a:srgbClr val="C35EA4"/>
          </p15:clr>
        </p15:guide>
        <p15:guide id="34" pos="2765" userDrawn="1">
          <p15:clr>
            <a:srgbClr val="C35EA4"/>
          </p15:clr>
        </p15:guide>
        <p15:guide id="35" pos="3854" userDrawn="1">
          <p15:clr>
            <a:srgbClr val="C35EA4"/>
          </p15:clr>
        </p15:guide>
        <p15:guide id="36" pos="4003" userDrawn="1">
          <p15:clr>
            <a:srgbClr val="C35EA4"/>
          </p15:clr>
        </p15:guide>
        <p15:guide id="37" pos="5083" userDrawn="1">
          <p15:clr>
            <a:srgbClr val="C35EA4"/>
          </p15:clr>
        </p15:guide>
        <p15:guide id="38" pos="5230" userDrawn="1">
          <p15:clr>
            <a:srgbClr val="C35EA4"/>
          </p15:clr>
        </p15:guide>
        <p15:guide id="39" pos="6323" userDrawn="1">
          <p15:clr>
            <a:srgbClr val="C35EA4"/>
          </p15:clr>
        </p15:guide>
        <p15:guide id="40" pos="6469" userDrawn="1">
          <p15:clr>
            <a:srgbClr val="C35EA4"/>
          </p15:clr>
        </p15:guide>
        <p15:guide id="41" pos="269" userDrawn="1">
          <p15:clr>
            <a:srgbClr val="F26B43"/>
          </p15:clr>
        </p15:guide>
        <p15:guide id="42" pos="7565" userDrawn="1">
          <p15:clr>
            <a:srgbClr val="F26B43"/>
          </p15:clr>
        </p15:guide>
        <p15:guide id="43" orient="horz" pos="751" userDrawn="1">
          <p15:clr>
            <a:srgbClr val="5ACBF0"/>
          </p15:clr>
        </p15:guide>
        <p15:guide id="44" orient="horz" pos="1387" userDrawn="1">
          <p15:clr>
            <a:srgbClr val="5ACBF0"/>
          </p15:clr>
        </p15:guide>
        <p15:guide id="45" orient="horz" pos="605" userDrawn="1">
          <p15:clr>
            <a:srgbClr val="5ACBF0"/>
          </p15:clr>
        </p15:guide>
        <p15:guide id="46" orient="horz" pos="1514" userDrawn="1">
          <p15:clr>
            <a:srgbClr val="5ACBF0"/>
          </p15:clr>
        </p15:guide>
        <p15:guide id="47" orient="horz" pos="2130" userDrawn="1">
          <p15:clr>
            <a:srgbClr val="5ACBF0"/>
          </p15:clr>
        </p15:guide>
        <p15:guide id="48" orient="horz" pos="2299" userDrawn="1">
          <p15:clr>
            <a:srgbClr val="5ACBF0"/>
          </p15:clr>
        </p15:guide>
        <p15:guide id="49" orient="horz" pos="283" userDrawn="1">
          <p15:clr>
            <a:srgbClr val="F26B43"/>
          </p15:clr>
        </p15:guide>
        <p15:guide id="50" orient="horz" pos="4123" userDrawn="1">
          <p15:clr>
            <a:srgbClr val="F26B43"/>
          </p15:clr>
        </p15:guide>
        <p15:guide id="51" orient="horz" pos="2891" userDrawn="1">
          <p15:clr>
            <a:srgbClr val="5ACBF0"/>
          </p15:clr>
        </p15:guide>
        <p15:guide id="52" orient="horz" pos="3019" userDrawn="1">
          <p15:clr>
            <a:srgbClr val="5ACBF0"/>
          </p15:clr>
        </p15:guide>
        <p15:guide id="53" orient="horz" pos="3643" userDrawn="1">
          <p15:clr>
            <a:srgbClr val="5ACBF0"/>
          </p15:clr>
        </p15:guide>
        <p15:guide id="54" orient="horz" pos="3763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7277" y="2646577"/>
            <a:ext cx="5537797" cy="1765085"/>
          </a:xfrm>
        </p:spPr>
        <p:txBody>
          <a:bodyPr>
            <a:normAutofit fontScale="90000"/>
          </a:bodyPr>
          <a:lstStyle/>
          <a:p>
            <a:r>
              <a:rPr lang="en-US" sz="3672" dirty="0"/>
              <a:t>Unity Cloud 5.1.0</a:t>
            </a:r>
            <a:br>
              <a:rPr lang="en-US" sz="3672" dirty="0"/>
            </a:br>
            <a:br>
              <a:rPr lang="en-US" sz="3672" dirty="0"/>
            </a:br>
            <a:br>
              <a:rPr lang="en-US" sz="3672" dirty="0"/>
            </a:br>
            <a:br>
              <a:rPr lang="en-US" sz="3672" dirty="0"/>
            </a:br>
            <a:r>
              <a:rPr lang="en-US" sz="3672" dirty="0"/>
              <a:t>USER STORY-1756507</a:t>
            </a:r>
            <a:br>
              <a:rPr lang="en-US" sz="3672" dirty="0"/>
            </a:br>
            <a:r>
              <a:rPr lang="en-US" sz="3600" dirty="0"/>
              <a:t>Migrate NF from one SN to another</a:t>
            </a:r>
            <a:endParaRPr lang="en-US" sz="3672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87FC30F-DBBB-E24D-A8B3-8058B18C6A8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2156" y="4436714"/>
            <a:ext cx="5521161" cy="738664"/>
          </a:xfrm>
        </p:spPr>
        <p:txBody>
          <a:bodyPr/>
          <a:lstStyle/>
          <a:p>
            <a:r>
              <a:rPr lang="en-US" dirty="0"/>
              <a:t>OPM Team</a:t>
            </a:r>
          </a:p>
          <a:p>
            <a:r>
              <a:rPr lang="en-US" dirty="0"/>
              <a:t>09/11/2024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2F6D3A-A64B-6B4F-B6F1-669F76E9CAD8}"/>
              </a:ext>
            </a:extLst>
          </p:cNvPr>
          <p:cNvSpPr txBox="1"/>
          <p:nvPr/>
        </p:nvSpPr>
        <p:spPr>
          <a:xfrm>
            <a:off x="7134037" y="2646577"/>
            <a:ext cx="188409" cy="3823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36"/>
          </a:p>
        </p:txBody>
      </p:sp>
    </p:spTree>
    <p:extLst>
      <p:ext uri="{BB962C8B-B14F-4D97-AF65-F5344CB8AC3E}">
        <p14:creationId xmlns:p14="http://schemas.microsoft.com/office/powerpoint/2010/main" val="171223946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65138" y="632779"/>
            <a:ext cx="11533187" cy="411162"/>
          </a:xfrm>
        </p:spPr>
        <p:txBody>
          <a:bodyPr/>
          <a:lstStyle/>
          <a:p>
            <a:r>
              <a:rPr lang="en-US"/>
              <a:t>Feature Overview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type="body" sz="quarter" idx="10"/>
          </p:nvPr>
        </p:nvSpPr>
        <p:spPr>
          <a:xfrm>
            <a:off x="367167" y="1490300"/>
            <a:ext cx="10781982" cy="3924151"/>
          </a:xfr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dirty="0"/>
              <a:t>At Customer site we have an issue on the single node OPM where the resources are not meeting the requirements to upgrade an NF as a result of high disk latency.</a:t>
            </a:r>
          </a:p>
          <a:p>
            <a:r>
              <a:rPr lang="en-US" dirty="0"/>
              <a:t>This documents describes the steps to move an NF from an existing OPM which is low on resources to a newly stood up OPM that is configured with increased capacity of the following:</a:t>
            </a:r>
          </a:p>
          <a:p>
            <a:pPr lvl="1"/>
            <a:r>
              <a:rPr lang="en-US" dirty="0"/>
              <a:t>CPU (8 or higher)</a:t>
            </a:r>
          </a:p>
          <a:p>
            <a:pPr lvl="1"/>
            <a:r>
              <a:rPr lang="en-US" dirty="0"/>
              <a:t>Disk (SSD’s) low latency (200Gb or higher SSD)</a:t>
            </a:r>
          </a:p>
          <a:p>
            <a:pPr lvl="1"/>
            <a:r>
              <a:rPr lang="en-US" dirty="0"/>
              <a:t>Memory (16G or higher)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Assumptions:</a:t>
            </a:r>
          </a:p>
          <a:p>
            <a:pPr lvl="2"/>
            <a:r>
              <a:rPr lang="en-US" dirty="0"/>
              <a:t>In a Non ISSU Upgrade the NF’s are uninstalled and upgraded via a </a:t>
            </a:r>
            <a:r>
              <a:rPr lang="en-US"/>
              <a:t>fresh install.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97081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1643" y="604439"/>
            <a:ext cx="11533187" cy="410369"/>
          </a:xfrm>
        </p:spPr>
        <p:txBody>
          <a:bodyPr/>
          <a:lstStyle/>
          <a:p>
            <a:pPr algn="l"/>
            <a:r>
              <a:rPr lang="en-US" dirty="0"/>
              <a:t>Migration to new SN OPM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11871325" y="4857750"/>
            <a:ext cx="565150" cy="2254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CD640A-104F-5744-9B16-372FE14A3AC5}" type="slidenum">
              <a:rPr lang="en-US" dirty="0" smtClean="0"/>
              <a:pPr/>
              <a:t>3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42D9D4-6576-45F9-4C22-1B8400E2FDE9}"/>
              </a:ext>
            </a:extLst>
          </p:cNvPr>
          <p:cNvSpPr/>
          <p:nvPr/>
        </p:nvSpPr>
        <p:spPr bwMode="auto">
          <a:xfrm>
            <a:off x="2425060" y="2763132"/>
            <a:ext cx="3034748" cy="109109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OLD-SN-OPM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890E07-5523-31F1-EAD3-67838765EAB1}"/>
              </a:ext>
            </a:extLst>
          </p:cNvPr>
          <p:cNvSpPr/>
          <p:nvPr/>
        </p:nvSpPr>
        <p:spPr bwMode="auto">
          <a:xfrm>
            <a:off x="6314573" y="2763132"/>
            <a:ext cx="3034748" cy="109109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NEW-SN-OPM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0C137E-2B5C-520F-92BB-5EEBC267B6FB}"/>
              </a:ext>
            </a:extLst>
          </p:cNvPr>
          <p:cNvSpPr/>
          <p:nvPr/>
        </p:nvSpPr>
        <p:spPr bwMode="auto">
          <a:xfrm>
            <a:off x="2425060" y="5016001"/>
            <a:ext cx="1219200" cy="96740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SMF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FE1BD1-1DE0-5B23-67D6-C6C6C41A8D42}"/>
              </a:ext>
            </a:extLst>
          </p:cNvPr>
          <p:cNvSpPr/>
          <p:nvPr/>
        </p:nvSpPr>
        <p:spPr bwMode="auto">
          <a:xfrm>
            <a:off x="4240608" y="5016001"/>
            <a:ext cx="1219200" cy="96740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UPF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A5F0D50-7CD8-0CC8-DED2-5D7DF746B229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 flipH="1">
            <a:off x="3034660" y="3854228"/>
            <a:ext cx="907774" cy="1161773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2735CFB-5D92-73A3-35ED-08F52195FC32}"/>
              </a:ext>
            </a:extLst>
          </p:cNvPr>
          <p:cNvCxnSpPr>
            <a:stCxn id="8" idx="2"/>
            <a:endCxn id="12" idx="0"/>
          </p:cNvCxnSpPr>
          <p:nvPr/>
        </p:nvCxnSpPr>
        <p:spPr>
          <a:xfrm>
            <a:off x="3942434" y="3854228"/>
            <a:ext cx="907774" cy="1161773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4CFBB1C-4FDB-1898-94E9-54B3DE87D820}"/>
              </a:ext>
            </a:extLst>
          </p:cNvPr>
          <p:cNvCxnSpPr>
            <a:stCxn id="9" idx="2"/>
            <a:endCxn id="10" idx="0"/>
          </p:cNvCxnSpPr>
          <p:nvPr/>
        </p:nvCxnSpPr>
        <p:spPr>
          <a:xfrm flipH="1">
            <a:off x="3034660" y="3854228"/>
            <a:ext cx="4797287" cy="116177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B8E9301-9E24-F665-9864-FA673AEA1139}"/>
              </a:ext>
            </a:extLst>
          </p:cNvPr>
          <p:cNvCxnSpPr>
            <a:cxnSpLocks/>
            <a:stCxn id="9" idx="2"/>
            <a:endCxn id="12" idx="0"/>
          </p:cNvCxnSpPr>
          <p:nvPr/>
        </p:nvCxnSpPr>
        <p:spPr>
          <a:xfrm flipH="1">
            <a:off x="4850208" y="3854228"/>
            <a:ext cx="2981739" cy="116177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76AC5302-051A-40B5-C13C-703F666DB2A6}"/>
              </a:ext>
            </a:extLst>
          </p:cNvPr>
          <p:cNvSpPr/>
          <p:nvPr/>
        </p:nvSpPr>
        <p:spPr bwMode="auto">
          <a:xfrm>
            <a:off x="2256721" y="1140561"/>
            <a:ext cx="7107996" cy="10360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PADS-PIPELINE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567C6AE-B5C1-8EEF-9902-1DF887F09B51}"/>
              </a:ext>
            </a:extLst>
          </p:cNvPr>
          <p:cNvCxnSpPr>
            <a:stCxn id="23" idx="2"/>
            <a:endCxn id="8" idx="0"/>
          </p:cNvCxnSpPr>
          <p:nvPr/>
        </p:nvCxnSpPr>
        <p:spPr>
          <a:xfrm flipH="1">
            <a:off x="3942434" y="2176581"/>
            <a:ext cx="1868285" cy="58655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C56F3D5-EACA-7249-F019-190477EC4C1D}"/>
              </a:ext>
            </a:extLst>
          </p:cNvPr>
          <p:cNvCxnSpPr>
            <a:stCxn id="23" idx="2"/>
            <a:endCxn id="9" idx="0"/>
          </p:cNvCxnSpPr>
          <p:nvPr/>
        </p:nvCxnSpPr>
        <p:spPr>
          <a:xfrm>
            <a:off x="5810719" y="2176581"/>
            <a:ext cx="2021228" cy="586551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ylinder 27">
            <a:extLst>
              <a:ext uri="{FF2B5EF4-FFF2-40B4-BE49-F238E27FC236}">
                <a16:creationId xmlns:a16="http://schemas.microsoft.com/office/drawing/2014/main" id="{BC84045D-6D72-6DCE-82DD-3133B61FE714}"/>
              </a:ext>
            </a:extLst>
          </p:cNvPr>
          <p:cNvSpPr/>
          <p:nvPr/>
        </p:nvSpPr>
        <p:spPr bwMode="auto">
          <a:xfrm>
            <a:off x="960695" y="2763133"/>
            <a:ext cx="868105" cy="1091096"/>
          </a:xfrm>
          <a:prstGeom prst="can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Old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Disk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8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/</a:t>
            </a:r>
            <a:r>
              <a:rPr lang="en-US" sz="800" dirty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filestore</a:t>
            </a:r>
            <a:endParaRPr lang="en-US" sz="8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D4AB26A-B8FF-DB83-707D-96A7DF3C1E27}"/>
              </a:ext>
            </a:extLst>
          </p:cNvPr>
          <p:cNvCxnSpPr>
            <a:cxnSpLocks/>
            <a:stCxn id="8" idx="1"/>
            <a:endCxn id="28" idx="4"/>
          </p:cNvCxnSpPr>
          <p:nvPr/>
        </p:nvCxnSpPr>
        <p:spPr>
          <a:xfrm flipH="1">
            <a:off x="1828800" y="3308680"/>
            <a:ext cx="596260" cy="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ylinder 30">
            <a:extLst>
              <a:ext uri="{FF2B5EF4-FFF2-40B4-BE49-F238E27FC236}">
                <a16:creationId xmlns:a16="http://schemas.microsoft.com/office/drawing/2014/main" id="{B352A3A0-0294-6F8A-F19E-F571231AD1F5}"/>
              </a:ext>
            </a:extLst>
          </p:cNvPr>
          <p:cNvSpPr/>
          <p:nvPr/>
        </p:nvSpPr>
        <p:spPr bwMode="auto">
          <a:xfrm>
            <a:off x="9945581" y="2763132"/>
            <a:ext cx="806502" cy="1091096"/>
          </a:xfrm>
          <a:prstGeom prst="can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New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Disk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8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/</a:t>
            </a:r>
            <a:r>
              <a:rPr lang="en-US" sz="800" dirty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filestore</a:t>
            </a:r>
            <a:endParaRPr lang="en-US" sz="8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EEC96BF-8D29-AE1C-6B7A-95E8269A865A}"/>
              </a:ext>
            </a:extLst>
          </p:cNvPr>
          <p:cNvCxnSpPr>
            <a:cxnSpLocks/>
            <a:stCxn id="9" idx="3"/>
            <a:endCxn id="31" idx="2"/>
          </p:cNvCxnSpPr>
          <p:nvPr/>
        </p:nvCxnSpPr>
        <p:spPr>
          <a:xfrm>
            <a:off x="9349321" y="3308680"/>
            <a:ext cx="596260" cy="0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311A3266-26EF-A4A5-D448-D71E3211E9A9}"/>
              </a:ext>
            </a:extLst>
          </p:cNvPr>
          <p:cNvSpPr/>
          <p:nvPr/>
        </p:nvSpPr>
        <p:spPr bwMode="auto">
          <a:xfrm>
            <a:off x="2577460" y="5168401"/>
            <a:ext cx="1219200" cy="96740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SMF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EAC3AB6-75AA-01F2-6067-FD55B69DF24E}"/>
              </a:ext>
            </a:extLst>
          </p:cNvPr>
          <p:cNvSpPr/>
          <p:nvPr/>
        </p:nvSpPr>
        <p:spPr bwMode="auto">
          <a:xfrm>
            <a:off x="4393008" y="5168401"/>
            <a:ext cx="1219200" cy="96740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UPF</a:t>
            </a:r>
          </a:p>
        </p:txBody>
      </p:sp>
    </p:spTree>
    <p:extLst>
      <p:ext uri="{BB962C8B-B14F-4D97-AF65-F5344CB8AC3E}">
        <p14:creationId xmlns:p14="http://schemas.microsoft.com/office/powerpoint/2010/main" val="1390710890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BC7C9-2C05-857A-697E-D60669E1A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Commission a NEW-SN-OPM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9BDF7-E350-0205-CBBA-249CA4A27B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5138" y="1144014"/>
            <a:ext cx="11154273" cy="3185487"/>
          </a:xfrm>
        </p:spPr>
        <p:txBody>
          <a:bodyPr/>
          <a:lstStyle/>
          <a:p>
            <a:r>
              <a:rPr lang="en-US" dirty="0"/>
              <a:t>Bring up a </a:t>
            </a:r>
            <a:r>
              <a:rPr lang="en-US" b="1" dirty="0"/>
              <a:t>NEW-SN-OPM</a:t>
            </a:r>
            <a:r>
              <a:rPr lang="en-US" dirty="0"/>
              <a:t> with the recommended resources {</a:t>
            </a:r>
            <a:r>
              <a:rPr lang="en-US" dirty="0" err="1"/>
              <a:t>cpu</a:t>
            </a:r>
            <a:r>
              <a:rPr lang="en-US" dirty="0"/>
              <a:t>, storage, memory) alongside the </a:t>
            </a:r>
            <a:r>
              <a:rPr lang="en-US" b="1" dirty="0"/>
              <a:t>OLD-SN-OPM</a:t>
            </a:r>
          </a:p>
          <a:p>
            <a:r>
              <a:rPr lang="en-US" dirty="0"/>
              <a:t>Create the chart repositories on the </a:t>
            </a:r>
            <a:r>
              <a:rPr lang="en-US" b="1" dirty="0"/>
              <a:t>NEW-SN-OPM</a:t>
            </a:r>
            <a:r>
              <a:rPr lang="en-US" dirty="0"/>
              <a:t> exactly as configured in the </a:t>
            </a:r>
            <a:r>
              <a:rPr lang="en-US" b="1" dirty="0"/>
              <a:t>OLD-SN-OPM</a:t>
            </a:r>
          </a:p>
          <a:p>
            <a:r>
              <a:rPr lang="en-US" dirty="0"/>
              <a:t>Create a new </a:t>
            </a:r>
            <a:r>
              <a:rPr lang="en-US" b="1" dirty="0"/>
              <a:t>Deployment Zone (for NF attach) example NF-ATTACH-ZONE</a:t>
            </a:r>
            <a:endParaRPr lang="en-US" dirty="0"/>
          </a:p>
          <a:p>
            <a:r>
              <a:rPr lang="en-US" dirty="0"/>
              <a:t>Copy all the required data from the remote file store configured for each NF from the </a:t>
            </a:r>
            <a:r>
              <a:rPr lang="en-US" b="1" dirty="0"/>
              <a:t>OLD-SN-OPM</a:t>
            </a:r>
            <a:r>
              <a:rPr lang="en-US" dirty="0"/>
              <a:t> to the </a:t>
            </a:r>
            <a:r>
              <a:rPr lang="en-US" b="1" dirty="0"/>
              <a:t>NEW-SN-OPM</a:t>
            </a:r>
          </a:p>
          <a:p>
            <a:pPr lvl="1"/>
            <a:r>
              <a:rPr lang="en-US" dirty="0"/>
              <a:t>This remote file store is typically configured as </a:t>
            </a:r>
            <a:r>
              <a:rPr lang="en-US" b="1" dirty="0"/>
              <a:t>/</a:t>
            </a:r>
            <a:r>
              <a:rPr lang="en-US" b="1" dirty="0" err="1"/>
              <a:t>filestore</a:t>
            </a:r>
            <a:endParaRPr lang="en-US" dirty="0"/>
          </a:p>
          <a:p>
            <a:pPr lvl="2"/>
            <a:r>
              <a:rPr lang="en-US" b="1" dirty="0"/>
              <a:t>ssh </a:t>
            </a:r>
            <a:r>
              <a:rPr lang="en-US" b="1" dirty="0" err="1"/>
              <a:t>root@OLD-SN-OPM</a:t>
            </a:r>
            <a:endParaRPr lang="en-US" b="1" dirty="0"/>
          </a:p>
          <a:p>
            <a:pPr lvl="2"/>
            <a:r>
              <a:rPr lang="en-US" b="1" dirty="0" err="1"/>
              <a:t>rsync</a:t>
            </a:r>
            <a:r>
              <a:rPr lang="en-US" b="1" dirty="0"/>
              <a:t> -a --owner --group /</a:t>
            </a:r>
            <a:r>
              <a:rPr lang="en-US" b="1" dirty="0" err="1"/>
              <a:t>filestore</a:t>
            </a:r>
            <a:r>
              <a:rPr lang="en-US" b="1" dirty="0"/>
              <a:t> </a:t>
            </a:r>
            <a:r>
              <a:rPr lang="en-US" b="1" dirty="0" err="1"/>
              <a:t>root@NEW-SN-OPM</a:t>
            </a:r>
            <a:r>
              <a:rPr lang="en-US" b="1" dirty="0"/>
              <a:t>:/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872678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E77F9-90AD-0442-3F13-046D7DF64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A7B71-C149-493A-9486-30959C32F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Migrating an NF (Only when ready to Upgrade the NF)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38DEB9-DF64-EACF-0917-FEE4AE807F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5138" y="1144014"/>
            <a:ext cx="11154273" cy="3770263"/>
          </a:xfrm>
        </p:spPr>
        <p:txBody>
          <a:bodyPr/>
          <a:lstStyle/>
          <a:p>
            <a:r>
              <a:rPr lang="en-US" dirty="0"/>
              <a:t>Find the M2M key of the NF being migrated in the </a:t>
            </a:r>
            <a:r>
              <a:rPr lang="en-US" b="1" dirty="0"/>
              <a:t>OLD-SN-OPM</a:t>
            </a:r>
          </a:p>
          <a:p>
            <a:r>
              <a:rPr lang="en-US" dirty="0"/>
              <a:t>Login to the GUI of </a:t>
            </a:r>
            <a:r>
              <a:rPr lang="en-US" b="1" dirty="0"/>
              <a:t>OLD-SN-OPM</a:t>
            </a:r>
          </a:p>
          <a:p>
            <a:r>
              <a:rPr lang="en-US" dirty="0"/>
              <a:t>Find the K8 Token from the </a:t>
            </a:r>
            <a:r>
              <a:rPr lang="en-US" b="1" dirty="0"/>
              <a:t>Deployment Zone and Cluster Management</a:t>
            </a:r>
            <a:endParaRPr lang="en-US" dirty="0"/>
          </a:p>
          <a:p>
            <a:r>
              <a:rPr lang="en-US" dirty="0"/>
              <a:t>SSH to the </a:t>
            </a:r>
            <a:r>
              <a:rPr lang="en-US" b="1" dirty="0"/>
              <a:t>OLD-SN-OPM</a:t>
            </a:r>
          </a:p>
          <a:p>
            <a:r>
              <a:rPr lang="en-US" dirty="0"/>
              <a:t>Navigate to the </a:t>
            </a:r>
            <a:r>
              <a:rPr lang="en-US" b="1" dirty="0"/>
              <a:t>/</a:t>
            </a:r>
            <a:r>
              <a:rPr lang="en-US" b="1" dirty="0" err="1"/>
              <a:t>vnfmgr</a:t>
            </a:r>
            <a:r>
              <a:rPr lang="en-US" b="1" dirty="0"/>
              <a:t>/certs</a:t>
            </a:r>
          </a:p>
          <a:p>
            <a:r>
              <a:rPr lang="en-US" dirty="0"/>
              <a:t>Find the M2M-key for the K8 Token</a:t>
            </a:r>
          </a:p>
          <a:p>
            <a:r>
              <a:rPr lang="en-US" dirty="0"/>
              <a:t>Login to the GUI of the </a:t>
            </a:r>
            <a:r>
              <a:rPr lang="en-US" b="1" dirty="0"/>
              <a:t>NEW-SN-OPM</a:t>
            </a:r>
          </a:p>
          <a:p>
            <a:r>
              <a:rPr lang="en-US" b="1" dirty="0"/>
              <a:t>Create a Deployment Zone if not already created (NF-ATTACH-ZONE)</a:t>
            </a:r>
            <a:endParaRPr lang="en-US" dirty="0"/>
          </a:p>
          <a:p>
            <a:r>
              <a:rPr lang="en-US" dirty="0"/>
              <a:t>Attach the </a:t>
            </a:r>
            <a:r>
              <a:rPr lang="en-US" b="1" dirty="0"/>
              <a:t>NF </a:t>
            </a:r>
            <a:r>
              <a:rPr lang="en-US" dirty="0"/>
              <a:t>as </a:t>
            </a:r>
            <a:r>
              <a:rPr lang="en-US" b="1" dirty="0"/>
              <a:t>root </a:t>
            </a:r>
            <a:r>
              <a:rPr lang="en-US" dirty="0"/>
              <a:t>with the contents of the </a:t>
            </a:r>
            <a:r>
              <a:rPr lang="en-US" b="1" dirty="0"/>
              <a:t>/</a:t>
            </a:r>
            <a:r>
              <a:rPr lang="en-US" b="1" dirty="0" err="1"/>
              <a:t>vnfmgr</a:t>
            </a:r>
            <a:r>
              <a:rPr lang="en-US" b="1" dirty="0"/>
              <a:t>/certs/m2mkey-&lt;k8-token&gt;</a:t>
            </a:r>
          </a:p>
          <a:p>
            <a:pPr lvl="1"/>
            <a:r>
              <a:rPr lang="en-US" b="1" dirty="0"/>
              <a:t>NOTE: do not use the .pub file</a:t>
            </a:r>
          </a:p>
        </p:txBody>
      </p:sp>
    </p:spTree>
    <p:extLst>
      <p:ext uri="{BB962C8B-B14F-4D97-AF65-F5344CB8AC3E}">
        <p14:creationId xmlns:p14="http://schemas.microsoft.com/office/powerpoint/2010/main" val="1957863845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F1FAA-0066-6934-8B6F-34A6B53A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5AB6C-56C9-D676-4EAE-004091BAB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Upgrading an NF using PADS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45963-98AB-9305-4287-F117F7D210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5138" y="1144014"/>
            <a:ext cx="11154273" cy="4847481"/>
          </a:xfrm>
        </p:spPr>
        <p:txBody>
          <a:bodyPr/>
          <a:lstStyle/>
          <a:p>
            <a:r>
              <a:rPr lang="en-US" dirty="0"/>
              <a:t>Run PADS to perform </a:t>
            </a:r>
            <a:r>
              <a:rPr lang="en-US" b="1" dirty="0" err="1"/>
              <a:t>cna_deploy_inventory</a:t>
            </a:r>
            <a:r>
              <a:rPr lang="en-US" b="1" dirty="0"/>
              <a:t> </a:t>
            </a:r>
            <a:r>
              <a:rPr lang="en-US" dirty="0"/>
              <a:t>on the </a:t>
            </a:r>
            <a:r>
              <a:rPr lang="en-US" b="1" dirty="0"/>
              <a:t>NEW-SN-OPM</a:t>
            </a:r>
            <a:endParaRPr lang="en-US" dirty="0"/>
          </a:p>
          <a:p>
            <a:r>
              <a:rPr lang="en-US" dirty="0"/>
              <a:t>Modify the </a:t>
            </a:r>
            <a:r>
              <a:rPr lang="en-US" b="1" dirty="0"/>
              <a:t>NF </a:t>
            </a:r>
            <a:r>
              <a:rPr lang="en-US" dirty="0" err="1"/>
              <a:t>configset</a:t>
            </a:r>
            <a:r>
              <a:rPr lang="en-US" dirty="0"/>
              <a:t>/snapshot</a:t>
            </a:r>
          </a:p>
          <a:p>
            <a:pPr marL="228600" lvl="1" indent="0">
              <a:buNone/>
            </a:pPr>
            <a:r>
              <a:rPr lang="en-US" sz="1400" b="1" dirty="0"/>
              <a:t>fileserver:</a:t>
            </a:r>
          </a:p>
          <a:p>
            <a:pPr marL="228600" lvl="1" indent="0">
              <a:buNone/>
            </a:pPr>
            <a:r>
              <a:rPr lang="en-US" sz="1400" b="1" dirty="0"/>
              <a:t>  </a:t>
            </a:r>
            <a:r>
              <a:rPr lang="en-US" sz="1400" b="1" dirty="0" err="1"/>
              <a:t>nfs</a:t>
            </a:r>
            <a:r>
              <a:rPr lang="en-US" sz="1400" b="1" dirty="0"/>
              <a:t>:</a:t>
            </a:r>
          </a:p>
          <a:p>
            <a:pPr marL="228600" lvl="1" indent="0">
              <a:buNone/>
            </a:pPr>
            <a:r>
              <a:rPr lang="en-US" sz="1400" b="1" dirty="0"/>
              <a:t>    </a:t>
            </a:r>
            <a:r>
              <a:rPr lang="en-US" sz="1400" b="1" dirty="0" err="1"/>
              <a:t>remoteHost</a:t>
            </a:r>
            <a:r>
              <a:rPr lang="en-US" sz="1400" b="1" dirty="0"/>
              <a:t>: </a:t>
            </a:r>
            <a:r>
              <a:rPr lang="en-US" sz="1400" b="1" u="sng" dirty="0"/>
              <a:t>NEW-SN-OPM</a:t>
            </a:r>
          </a:p>
          <a:p>
            <a:pPr marL="228600" lvl="1" indent="0">
              <a:buNone/>
            </a:pPr>
            <a:r>
              <a:rPr lang="en-US" sz="1400" b="1" dirty="0"/>
              <a:t>registry:</a:t>
            </a:r>
          </a:p>
          <a:p>
            <a:pPr marL="228600" lvl="1" indent="0">
              <a:buNone/>
            </a:pPr>
            <a:r>
              <a:rPr lang="en-US" sz="1400" b="1" dirty="0"/>
              <a:t>    docker:</a:t>
            </a:r>
          </a:p>
          <a:p>
            <a:pPr marL="228600" lvl="1" indent="0">
              <a:buNone/>
            </a:pPr>
            <a:r>
              <a:rPr lang="en-US" sz="1400" b="1" dirty="0"/>
              <a:t>      </a:t>
            </a:r>
            <a:r>
              <a:rPr lang="en-US" sz="1400" b="1" dirty="0" err="1"/>
              <a:t>repoPath</a:t>
            </a:r>
            <a:r>
              <a:rPr lang="en-US" sz="1400" b="1" dirty="0"/>
              <a:t>: </a:t>
            </a:r>
            <a:r>
              <a:rPr lang="en-US" sz="1400" b="1" u="sng" dirty="0"/>
              <a:t>NEW_SN-OPM</a:t>
            </a:r>
          </a:p>
          <a:p>
            <a:r>
              <a:rPr lang="en-US" dirty="0"/>
              <a:t>Run PADS to perform </a:t>
            </a:r>
            <a:r>
              <a:rPr lang="en-US" b="1" dirty="0" err="1"/>
              <a:t>nf_deploy</a:t>
            </a:r>
            <a:endParaRPr lang="en-US" b="1" dirty="0"/>
          </a:p>
          <a:p>
            <a:r>
              <a:rPr lang="en-US" b="1" dirty="0"/>
              <a:t>At this point the NF should have booted all its pods from the NEW-SN-OPM</a:t>
            </a:r>
          </a:p>
          <a:p>
            <a:r>
              <a:rPr lang="en-US" b="1" dirty="0"/>
              <a:t>Verify</a:t>
            </a:r>
          </a:p>
          <a:p>
            <a:pPr lvl="1"/>
            <a:r>
              <a:rPr lang="en-US" b="1" dirty="0"/>
              <a:t>Config manager and its associated pods have the right config</a:t>
            </a:r>
          </a:p>
          <a:p>
            <a:pPr lvl="1"/>
            <a:r>
              <a:rPr lang="en-US" b="1" dirty="0"/>
              <a:t>PaaS components are using the mount from the NEW-SN-OPM (cores, observability </a:t>
            </a:r>
            <a:r>
              <a:rPr lang="en-US" b="1" dirty="0" err="1"/>
              <a:t>etc</a:t>
            </a:r>
            <a:r>
              <a:rPr lang="en-US" b="1" dirty="0"/>
              <a:t>)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715994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3A053-A7CD-9D31-59FE-9F2711585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E875A-6253-7B08-3FDC-ED8238BD3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Decommission OLD-SN-OPM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B016E2-8A05-9224-7711-7F03629666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5138" y="1144014"/>
            <a:ext cx="11154273" cy="615553"/>
          </a:xfrm>
        </p:spPr>
        <p:txBody>
          <a:bodyPr/>
          <a:lstStyle/>
          <a:p>
            <a:r>
              <a:rPr lang="en-US" dirty="0"/>
              <a:t>When all NF’s associated with </a:t>
            </a:r>
            <a:r>
              <a:rPr lang="en-US" b="1" dirty="0"/>
              <a:t>OLD-SN-OPM </a:t>
            </a:r>
            <a:r>
              <a:rPr lang="en-US" dirty="0"/>
              <a:t>have been migrated to the </a:t>
            </a:r>
            <a:r>
              <a:rPr lang="en-US" b="1" dirty="0"/>
              <a:t>NEW-SN-OPM,</a:t>
            </a:r>
            <a:r>
              <a:rPr lang="en-US" dirty="0"/>
              <a:t> just deallocate the VM from </a:t>
            </a:r>
            <a:r>
              <a:rPr lang="en-US" b="1" dirty="0" err="1"/>
              <a:t>openstack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09754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Azure 1">
  <a:themeElements>
    <a:clrScheme name="Custom 3">
      <a:dk1>
        <a:srgbClr val="000000"/>
      </a:dk1>
      <a:lt1>
        <a:srgbClr val="FFFFFF"/>
      </a:lt1>
      <a:dk2>
        <a:srgbClr val="0078D3"/>
      </a:dk2>
      <a:lt2>
        <a:srgbClr val="FFFFFF"/>
      </a:lt2>
      <a:accent1>
        <a:srgbClr val="EBEBEB"/>
      </a:accent1>
      <a:accent2>
        <a:srgbClr val="75757A"/>
      </a:accent2>
      <a:accent3>
        <a:srgbClr val="000041"/>
      </a:accent3>
      <a:accent4>
        <a:srgbClr val="0078D3"/>
      </a:accent4>
      <a:accent5>
        <a:srgbClr val="50E6FF"/>
      </a:accent5>
      <a:accent6>
        <a:srgbClr val="EBEBEB"/>
      </a:accent6>
      <a:hlink>
        <a:srgbClr val="0078D4"/>
      </a:hlink>
      <a:folHlink>
        <a:srgbClr val="0078D4"/>
      </a:folHlink>
    </a:clrScheme>
    <a:fontScheme name="Dynamics 365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182880" tIns="146304" rIns="182880" bIns="146304" rtlCol="0">
        <a:spAutoFit/>
      </a:bodyPr>
      <a:lstStyle>
        <a:defPPr algn="l">
          <a:lnSpc>
            <a:spcPct val="90000"/>
          </a:lnSpc>
          <a:spcAft>
            <a:spcPts val="600"/>
          </a:spcAft>
          <a:defRPr sz="2400" dirty="0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65B3B778-14F5-8246-A9D9-04A8D8071A60}" vid="{C9E98E11-734C-F14F-ADE3-6075149E549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0BEA630CA643E4487D672A975F64030" ma:contentTypeVersion="24" ma:contentTypeDescription="Create a new document." ma:contentTypeScope="" ma:versionID="13691fb0149c08a2816ee94955666f3e">
  <xsd:schema xmlns:xsd="http://www.w3.org/2001/XMLSchema" xmlns:xs="http://www.w3.org/2001/XMLSchema" xmlns:p="http://schemas.microsoft.com/office/2006/metadata/properties" xmlns:ns1="http://schemas.microsoft.com/sharepoint/v3" xmlns:ns2="88603a16-17c9-4e8b-8dd2-dfce9907e667" xmlns:ns3="42430076-c6fd-469b-b103-2493bbfbc263" xmlns:ns4="230e9df3-be65-4c73-a93b-d1236ebd677e" targetNamespace="http://schemas.microsoft.com/office/2006/metadata/properties" ma:root="true" ma:fieldsID="f2acaef4185778f87f03e2266e3ceb62" ns1:_="" ns2:_="" ns3:_="" ns4:_="">
    <xsd:import namespace="http://schemas.microsoft.com/sharepoint/v3"/>
    <xsd:import namespace="88603a16-17c9-4e8b-8dd2-dfce9907e667"/>
    <xsd:import namespace="42430076-c6fd-469b-b103-2493bbfbc263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Notes" minOccurs="0"/>
                <xsd:element ref="ns1:_ip_UnifiedCompliancePolicyProperties" minOccurs="0"/>
                <xsd:element ref="ns1:_ip_UnifiedCompliancePolicyUIAction" minOccurs="0"/>
                <xsd:element ref="ns3:MediaLengthInSeconds" minOccurs="0"/>
                <xsd:element ref="ns3:lcf76f155ced4ddcb4097134ff3c332f" minOccurs="0"/>
                <xsd:element ref="ns4:TaxCatchAll" minOccurs="0"/>
                <xsd:element ref="ns3:MediaServiceSearchProperties" minOccurs="0"/>
                <xsd:element ref="ns3:MediaServiceLocation" minOccurs="0"/>
                <xsd:element ref="ns3:MediaServiceDocTags" minOccurs="0"/>
                <xsd:element ref="ns3:MediaServiceObjectDetectorVersions" minOccurs="0"/>
                <xsd:element ref="ns3:MediaServiceSystemTag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603a16-17c9-4e8b-8dd2-dfce9907e66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430076-c6fd-469b-b103-2493bbfbc26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Notes" ma:index="18" nillable="true" ma:displayName="Notes" ma:format="Dropdown" ma:internalName="Notes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6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DocTags" ma:index="27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28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9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0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4" nillable="true" ma:displayName="Taxonomy Catch All Column" ma:hidden="true" ma:list="{d2e80284-f753-4328-812f-1ebbb58a9774}" ma:internalName="TaxCatchAll" ma:showField="CatchAllData" ma:web="88603a16-17c9-4e8b-8dd2-dfce9907e66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230e9df3-be65-4c73-a93b-d1236ebd677e" xsi:nil="true"/>
    <SharedWithUsers xmlns="88603a16-17c9-4e8b-8dd2-dfce9907e667">
      <UserInfo>
        <DisplayName>Nilay Virenderkumar Haryal</DisplayName>
        <AccountId>14</AccountId>
        <AccountType/>
      </UserInfo>
      <UserInfo>
        <DisplayName>Rahul Bose</DisplayName>
        <AccountId>18</AccountId>
        <AccountType/>
      </UserInfo>
      <UserInfo>
        <DisplayName>Jingjing Chen</DisplayName>
        <AccountId>50</AccountId>
        <AccountType/>
      </UserInfo>
      <UserInfo>
        <DisplayName>John Fulreader</DisplayName>
        <AccountId>20</AccountId>
        <AccountType/>
      </UserInfo>
      <UserInfo>
        <DisplayName>Ajay Punreddy</DisplayName>
        <AccountId>86</AccountId>
        <AccountType/>
      </UserInfo>
      <UserInfo>
        <DisplayName>Frank D'Innocenzo</DisplayName>
        <AccountId>13</AccountId>
        <AccountType/>
      </UserInfo>
      <UserInfo>
        <DisplayName>Bhargavi Devarasetty</DisplayName>
        <AccountId>19</AccountId>
        <AccountType/>
      </UserInfo>
      <UserInfo>
        <DisplayName>Uma Punniyamurthy</DisplayName>
        <AccountId>120</AccountId>
        <AccountType/>
      </UserInfo>
      <UserInfo>
        <DisplayName>Sangeetha Chandrashekar</DisplayName>
        <AccountId>21</AccountId>
        <AccountType/>
      </UserInfo>
      <UserInfo>
        <DisplayName>Soumyajit Gorai</DisplayName>
        <AccountId>30</AccountId>
        <AccountType/>
      </UserInfo>
      <UserInfo>
        <DisplayName>Sumana Ramachandrappa</DisplayName>
        <AccountId>108</AccountId>
        <AccountType/>
      </UserInfo>
      <UserInfo>
        <DisplayName>Xingyi Fan</DisplayName>
        <AccountId>16</AccountId>
        <AccountType/>
      </UserInfo>
      <UserInfo>
        <DisplayName>Venu Goli</DisplayName>
        <AccountId>99</AccountId>
        <AccountType/>
      </UserInfo>
      <UserInfo>
        <DisplayName>Shambhu Roy</DisplayName>
        <AccountId>51</AccountId>
        <AccountType/>
      </UserInfo>
      <UserInfo>
        <DisplayName>Akhil Mehnot</DisplayName>
        <AccountId>103</AccountId>
        <AccountType/>
      </UserInfo>
      <UserInfo>
        <DisplayName>Ming Yang</DisplayName>
        <AccountId>9</AccountId>
        <AccountType/>
      </UserInfo>
      <UserInfo>
        <DisplayName>Alex Xia</DisplayName>
        <AccountId>48</AccountId>
        <AccountType/>
      </UserInfo>
      <UserInfo>
        <DisplayName>Gregory Brucato</DisplayName>
        <AccountId>17</AccountId>
        <AccountType/>
      </UserInfo>
      <UserInfo>
        <DisplayName>Sahana Alikanti</DisplayName>
        <AccountId>12</AccountId>
        <AccountType/>
      </UserInfo>
      <UserInfo>
        <DisplayName>Surender Korandla</DisplayName>
        <AccountId>228</AccountId>
        <AccountType/>
      </UserInfo>
      <UserInfo>
        <DisplayName>Sharat Nellutla</DisplayName>
        <AccountId>210</AccountId>
        <AccountType/>
      </UserInfo>
      <UserInfo>
        <DisplayName>Kunal Ekawde</DisplayName>
        <AccountId>213</AccountId>
        <AccountType/>
      </UserInfo>
      <UserInfo>
        <DisplayName>Gary Ropiak</DisplayName>
        <AccountId>127</AccountId>
        <AccountType/>
      </UserInfo>
      <UserInfo>
        <DisplayName>Paul Brittain</DisplayName>
        <AccountId>206</AccountId>
        <AccountType/>
      </UserInfo>
      <UserInfo>
        <DisplayName>Harsha Kalkoti</DisplayName>
        <AccountId>233</AccountId>
        <AccountType/>
      </UserInfo>
      <UserInfo>
        <DisplayName>Gangadhar Vallabhaneni</DisplayName>
        <AccountId>148</AccountId>
        <AccountType/>
      </UserInfo>
      <UserInfo>
        <DisplayName>Peter Whiting</DisplayName>
        <AccountId>203</AccountId>
        <AccountType/>
      </UserInfo>
      <UserInfo>
        <DisplayName>Vineet Garhewal</DisplayName>
        <AccountId>236</AccountId>
        <AccountType/>
      </UserInfo>
      <UserInfo>
        <DisplayName>Ashutosh Das</DisplayName>
        <AccountId>250</AccountId>
        <AccountType/>
      </UserInfo>
      <UserInfo>
        <DisplayName>Michal Mazurek</DisplayName>
        <AccountId>251</AccountId>
        <AccountType/>
      </UserInfo>
      <UserInfo>
        <DisplayName>Harish Kumar Chandrappa</DisplayName>
        <AccountId>174</AccountId>
        <AccountType/>
      </UserInfo>
    </SharedWithUsers>
    <lcf76f155ced4ddcb4097134ff3c332f xmlns="42430076-c6fd-469b-b103-2493bbfbc263">
      <Terms xmlns="http://schemas.microsoft.com/office/infopath/2007/PartnerControls"/>
    </lcf76f155ced4ddcb4097134ff3c332f>
    <Notes xmlns="42430076-c6fd-469b-b103-2493bbfbc263" xsi:nil="true"/>
  </documentManagement>
</p:properties>
</file>

<file path=customXml/itemProps1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B350068-8C75-4511-B4AD-7815591F9370}"/>
</file>

<file path=customXml/itemProps3.xml><?xml version="1.0" encoding="utf-8"?>
<ds:datastoreItem xmlns:ds="http://schemas.openxmlformats.org/officeDocument/2006/customXml" ds:itemID="{F990F116-B58F-4255-B05B-DA3808E0E5C6}">
  <ds:schemaRefs>
    <ds:schemaRef ds:uri="http://schemas.microsoft.com/office/2006/documentManagement/types"/>
    <ds:schemaRef ds:uri="http://schemas.microsoft.com/sharepoint/v3"/>
    <ds:schemaRef ds:uri="http://purl.org/dc/terms/"/>
    <ds:schemaRef ds:uri="dd9f6e94-8c2c-48e5-aeae-8ac07bd815b3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dcmitype/"/>
    <ds:schemaRef ds:uri="http://schemas.microsoft.com/office/infopath/2007/PartnerControls"/>
    <ds:schemaRef ds:uri="230e9df3-be65-4c73-a93b-d1236ebd677e"/>
    <ds:schemaRef ds:uri="e3285490-3752-4c71-a4bc-8177dae4a7d9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</TotalTime>
  <Words>465</Words>
  <Application>Microsoft Office PowerPoint</Application>
  <PresentationFormat>Custom</PresentationFormat>
  <Paragraphs>67</Paragraphs>
  <Slides>7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Azure 1</vt:lpstr>
      <vt:lpstr>Unity Cloud 5.1.0    USER STORY-1756507 Migrate NF from one SN to another</vt:lpstr>
      <vt:lpstr>Feature Overview</vt:lpstr>
      <vt:lpstr>Migration to new SN OPM</vt:lpstr>
      <vt:lpstr>Commission a NEW-SN-OPM</vt:lpstr>
      <vt:lpstr>Migrating an NF (Only when ready to Upgrade the NF)</vt:lpstr>
      <vt:lpstr>Upgrading an NF using PADS</vt:lpstr>
      <vt:lpstr>Decommission OLD-SN-OPM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&lt;Speech title here&gt;</dc:subject>
  <dc:creator>Suresh Shantaram Bhat</dc:creator>
  <cp:keywords/>
  <dc:description>Template: Ariel Butz; ZUM Communications
Formatting: 
Audience Type:</dc:description>
  <cp:lastModifiedBy>Ajay Punreddy</cp:lastModifiedBy>
  <cp:revision>9</cp:revision>
  <dcterms:created xsi:type="dcterms:W3CDTF">2019-07-22T18:07:24Z</dcterms:created>
  <dcterms:modified xsi:type="dcterms:W3CDTF">2024-10-13T17:36:10Z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oduct">
    <vt:lpwstr/>
  </property>
  <property fmtid="{D5CDD505-2E9C-101B-9397-08002B2CF9AE}" pid="3" name="Event1">
    <vt:lpwstr>622;#Unassigned|2c8af875-f38a-40b8-a0a9-056aed3fc8c0</vt:lpwstr>
  </property>
  <property fmtid="{D5CDD505-2E9C-101B-9397-08002B2CF9AE}" pid="4" name="Audience">
    <vt:lpwstr/>
  </property>
  <property fmtid="{D5CDD505-2E9C-101B-9397-08002B2CF9AE}" pid="5" name="Event Venue">
    <vt:lpwstr/>
  </property>
  <property fmtid="{D5CDD505-2E9C-101B-9397-08002B2CF9AE}" pid="6" name="Track">
    <vt:lpwstr/>
  </property>
  <property fmtid="{D5CDD505-2E9C-101B-9397-08002B2CF9AE}" pid="7" name="Event Location">
    <vt:lpwstr/>
  </property>
  <property fmtid="{D5CDD505-2E9C-101B-9397-08002B2CF9AE}" pid="8" name="Campaign">
    <vt:lpwstr/>
  </property>
  <property fmtid="{D5CDD505-2E9C-101B-9397-08002B2CF9AE}" pid="9" name="IsMyDocuments">
    <vt:bool>true</vt:bool>
  </property>
  <property fmtid="{D5CDD505-2E9C-101B-9397-08002B2CF9AE}" pid="10" name="MediaServiceImageTags">
    <vt:lpwstr/>
  </property>
  <property fmtid="{D5CDD505-2E9C-101B-9397-08002B2CF9AE}" pid="11" name="ContentTypeId">
    <vt:lpwstr>0x010100C0BEA630CA643E4487D672A975F64030</vt:lpwstr>
  </property>
</Properties>
</file>